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aleway"/>
      <p:regular r:id="rId31"/>
      <p:bold r:id="rId32"/>
      <p:italic r:id="rId33"/>
      <p:boldItalic r:id="rId34"/>
    </p:embeddedFont>
    <p:embeddedFont>
      <p:font typeface="Roboto"/>
      <p:regular r:id="rId35"/>
      <p:bold r:id="rId36"/>
      <p:italic r:id="rId37"/>
      <p:boldItalic r:id="rId38"/>
    </p:embeddedFont>
    <p:embeddedFont>
      <p:font typeface="Fira Sans Extra Condensed Medium"/>
      <p:regular r:id="rId39"/>
      <p:bold r:id="rId40"/>
      <p:italic r:id="rId41"/>
      <p:boldItalic r:id="rId42"/>
    </p:embeddedFont>
    <p:embeddedFont>
      <p:font typeface="Roboto Condensed"/>
      <p:regular r:id="rId43"/>
      <p:bold r:id="rId44"/>
      <p:italic r:id="rId45"/>
      <p:boldItalic r:id="rId46"/>
    </p:embeddedFont>
    <p:embeddedFont>
      <p:font typeface="Squada One"/>
      <p:regular r:id="rId47"/>
    </p:embeddedFont>
    <p:embeddedFont>
      <p:font typeface="Roboto Condensed Light"/>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FiraSansExtraCondensedMedium-bold.fntdata"/><Relationship Id="rId42" Type="http://schemas.openxmlformats.org/officeDocument/2006/relationships/font" Target="fonts/FiraSansExtraCondensedMedium-boldItalic.fntdata"/><Relationship Id="rId41" Type="http://schemas.openxmlformats.org/officeDocument/2006/relationships/font" Target="fonts/FiraSansExtraCondensedMedium-italic.fntdata"/><Relationship Id="rId44" Type="http://schemas.openxmlformats.org/officeDocument/2006/relationships/font" Target="fonts/RobotoCondensed-bold.fntdata"/><Relationship Id="rId43" Type="http://schemas.openxmlformats.org/officeDocument/2006/relationships/font" Target="fonts/RobotoCondensed-regular.fntdata"/><Relationship Id="rId46" Type="http://schemas.openxmlformats.org/officeDocument/2006/relationships/font" Target="fonts/RobotoCondensed-boldItalic.fntdata"/><Relationship Id="rId45" Type="http://schemas.openxmlformats.org/officeDocument/2006/relationships/font" Target="fonts/RobotoCondense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CondensedLight-regular.fntdata"/><Relationship Id="rId47" Type="http://schemas.openxmlformats.org/officeDocument/2006/relationships/font" Target="fonts/SquadaOne-regular.fntdata"/><Relationship Id="rId49" Type="http://schemas.openxmlformats.org/officeDocument/2006/relationships/font" Target="fonts/RobotoCondensedLight-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regular.fntdata"/><Relationship Id="rId30" Type="http://schemas.openxmlformats.org/officeDocument/2006/relationships/slide" Target="slides/slide25.xml"/><Relationship Id="rId33" Type="http://schemas.openxmlformats.org/officeDocument/2006/relationships/font" Target="fonts/Raleway-italic.fntdata"/><Relationship Id="rId32" Type="http://schemas.openxmlformats.org/officeDocument/2006/relationships/font" Target="fonts/Raleway-bold.fntdata"/><Relationship Id="rId35" Type="http://schemas.openxmlformats.org/officeDocument/2006/relationships/font" Target="fonts/Roboto-regular.fntdata"/><Relationship Id="rId34" Type="http://schemas.openxmlformats.org/officeDocument/2006/relationships/font" Target="fonts/Raleway-boldItalic.fntdata"/><Relationship Id="rId37" Type="http://schemas.openxmlformats.org/officeDocument/2006/relationships/font" Target="fonts/Roboto-italic.fntdata"/><Relationship Id="rId36" Type="http://schemas.openxmlformats.org/officeDocument/2006/relationships/font" Target="fonts/Roboto-bold.fntdata"/><Relationship Id="rId39" Type="http://schemas.openxmlformats.org/officeDocument/2006/relationships/font" Target="fonts/FiraSansExtraCondensedMedium-regular.fntdata"/><Relationship Id="rId38" Type="http://schemas.openxmlformats.org/officeDocument/2006/relationships/font" Target="fonts/Robot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CondensedLight-boldItalic.fntdata"/><Relationship Id="rId50" Type="http://schemas.openxmlformats.org/officeDocument/2006/relationships/font" Target="fonts/RobotoCondensedLight-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7241227dfe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7241227dfe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7241227dfe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7241227dfe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7241227dfe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7241227dfe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771f62ba95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771f62ba95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8a418ffae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8a418ffae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7241227dfe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7241227dfe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7241227dfe_0_6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7241227dfe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7be8321fb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37be8321fb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7241227dfe_0_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7241227dfe_0_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7241227dfe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7241227dfe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771f62ba9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771f62ba9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727089a2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727089a2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7241227dfe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37241227dfe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7ee21756c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37ee21756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7241227dfe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37241227dfe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64c5f1419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64c5f1419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8520b51c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8520b51c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7ed5861b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7ed5861b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7ee97ff8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37ee97ff8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7ee97ff8f8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37ee97ff8f8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7ee21756c1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37ee21756c1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7ee21756c1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7ee21756c1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7ee97ff8f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37ee97ff8f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7ed5861ba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37ed5861ba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8eef03b627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8eef03b627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freepik.es/foto-gratis/macho-angulo-casco-realidad-virtual_7133530.htm" TargetMode="External"/><Relationship Id="rId3"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chemeClr val="accent1"/>
            </a:gs>
            <a:gs pos="100000">
              <a:schemeClr val="accent2"/>
            </a:gs>
          </a:gsLst>
          <a:lin ang="5400012" scaled="0"/>
        </a:gra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1" name="Google Shape;11;p2"/>
          <p:cNvSpPr txBox="1"/>
          <p:nvPr/>
        </p:nvSpPr>
        <p:spPr>
          <a:xfrm flipH="1">
            <a:off x="1375550" y="3092475"/>
            <a:ext cx="6393000" cy="670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sz="6000">
              <a:solidFill>
                <a:srgbClr val="FFFFFF"/>
              </a:solidFill>
              <a:latin typeface="Squada One"/>
              <a:ea typeface="Squada One"/>
              <a:cs typeface="Squada One"/>
              <a:sym typeface="Squada One"/>
            </a:endParaRPr>
          </a:p>
        </p:txBody>
      </p:sp>
      <p:pic>
        <p:nvPicPr>
          <p:cNvPr id="12" name="Google Shape;12;p2"/>
          <p:cNvPicPr preferRelativeResize="0"/>
          <p:nvPr/>
        </p:nvPicPr>
        <p:blipFill>
          <a:blip r:embed="rId2">
            <a:alphaModFix/>
          </a:blip>
          <a:stretch>
            <a:fillRect/>
          </a:stretch>
        </p:blipFill>
        <p:spPr>
          <a:xfrm>
            <a:off x="63" y="-399756"/>
            <a:ext cx="9144000" cy="4369387"/>
          </a:xfrm>
          <a:prstGeom prst="rect">
            <a:avLst/>
          </a:prstGeom>
          <a:noFill/>
          <a:ln>
            <a:noFill/>
          </a:ln>
        </p:spPr>
      </p:pic>
      <p:sp>
        <p:nvSpPr>
          <p:cNvPr id="13" name="Google Shape;13;p2"/>
          <p:cNvSpPr txBox="1"/>
          <p:nvPr>
            <p:ph type="title"/>
          </p:nvPr>
        </p:nvSpPr>
        <p:spPr>
          <a:xfrm>
            <a:off x="457200" y="2932650"/>
            <a:ext cx="8229600" cy="5109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3000"/>
              <a:buFont typeface="Squada One"/>
              <a:buNone/>
              <a:defRPr sz="3000">
                <a:latin typeface="Squada One"/>
                <a:ea typeface="Squada One"/>
                <a:cs typeface="Squada One"/>
                <a:sym typeface="Squada One"/>
              </a:defRPr>
            </a:lvl2pPr>
            <a:lvl3pPr lvl="2">
              <a:spcBef>
                <a:spcPts val="0"/>
              </a:spcBef>
              <a:spcAft>
                <a:spcPts val="0"/>
              </a:spcAft>
              <a:buSzPts val="3000"/>
              <a:buFont typeface="Squada One"/>
              <a:buNone/>
              <a:defRPr sz="3000">
                <a:latin typeface="Squada One"/>
                <a:ea typeface="Squada One"/>
                <a:cs typeface="Squada One"/>
                <a:sym typeface="Squada One"/>
              </a:defRPr>
            </a:lvl3pPr>
            <a:lvl4pPr lvl="3">
              <a:spcBef>
                <a:spcPts val="0"/>
              </a:spcBef>
              <a:spcAft>
                <a:spcPts val="0"/>
              </a:spcAft>
              <a:buSzPts val="3000"/>
              <a:buFont typeface="Squada One"/>
              <a:buNone/>
              <a:defRPr sz="3000">
                <a:latin typeface="Squada One"/>
                <a:ea typeface="Squada One"/>
                <a:cs typeface="Squada One"/>
                <a:sym typeface="Squada One"/>
              </a:defRPr>
            </a:lvl4pPr>
            <a:lvl5pPr lvl="4">
              <a:spcBef>
                <a:spcPts val="0"/>
              </a:spcBef>
              <a:spcAft>
                <a:spcPts val="0"/>
              </a:spcAft>
              <a:buSzPts val="3000"/>
              <a:buFont typeface="Squada One"/>
              <a:buNone/>
              <a:defRPr sz="3000">
                <a:latin typeface="Squada One"/>
                <a:ea typeface="Squada One"/>
                <a:cs typeface="Squada One"/>
                <a:sym typeface="Squada One"/>
              </a:defRPr>
            </a:lvl5pPr>
            <a:lvl6pPr lvl="5">
              <a:spcBef>
                <a:spcPts val="0"/>
              </a:spcBef>
              <a:spcAft>
                <a:spcPts val="0"/>
              </a:spcAft>
              <a:buSzPts val="3000"/>
              <a:buFont typeface="Squada One"/>
              <a:buNone/>
              <a:defRPr sz="3000">
                <a:latin typeface="Squada One"/>
                <a:ea typeface="Squada One"/>
                <a:cs typeface="Squada One"/>
                <a:sym typeface="Squada One"/>
              </a:defRPr>
            </a:lvl6pPr>
            <a:lvl7pPr lvl="6">
              <a:spcBef>
                <a:spcPts val="0"/>
              </a:spcBef>
              <a:spcAft>
                <a:spcPts val="0"/>
              </a:spcAft>
              <a:buSzPts val="3000"/>
              <a:buFont typeface="Squada One"/>
              <a:buNone/>
              <a:defRPr sz="3000">
                <a:latin typeface="Squada One"/>
                <a:ea typeface="Squada One"/>
                <a:cs typeface="Squada One"/>
                <a:sym typeface="Squada One"/>
              </a:defRPr>
            </a:lvl7pPr>
            <a:lvl8pPr lvl="7">
              <a:spcBef>
                <a:spcPts val="0"/>
              </a:spcBef>
              <a:spcAft>
                <a:spcPts val="0"/>
              </a:spcAft>
              <a:buSzPts val="3000"/>
              <a:buFont typeface="Squada One"/>
              <a:buNone/>
              <a:defRPr sz="3000">
                <a:latin typeface="Squada One"/>
                <a:ea typeface="Squada One"/>
                <a:cs typeface="Squada One"/>
                <a:sym typeface="Squada One"/>
              </a:defRPr>
            </a:lvl8pPr>
            <a:lvl9pPr lvl="8">
              <a:spcBef>
                <a:spcPts val="0"/>
              </a:spcBef>
              <a:spcAft>
                <a:spcPts val="0"/>
              </a:spcAft>
              <a:buSzPts val="3000"/>
              <a:buFont typeface="Squada One"/>
              <a:buNone/>
              <a:defRPr sz="3000">
                <a:latin typeface="Squada One"/>
                <a:ea typeface="Squada One"/>
                <a:cs typeface="Squada One"/>
                <a:sym typeface="Squada One"/>
              </a:defRPr>
            </a:lvl9pPr>
          </a:lstStyle>
          <a:p/>
        </p:txBody>
      </p:sp>
      <p:sp>
        <p:nvSpPr>
          <p:cNvPr id="14" name="Google Shape;14;p2"/>
          <p:cNvSpPr txBox="1"/>
          <p:nvPr>
            <p:ph idx="1" type="subTitle"/>
          </p:nvPr>
        </p:nvSpPr>
        <p:spPr>
          <a:xfrm>
            <a:off x="457275" y="3192525"/>
            <a:ext cx="8229600" cy="417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17" name="Google Shape;17;p3"/>
          <p:cNvSpPr txBox="1"/>
          <p:nvPr>
            <p:ph type="ctrTitle"/>
          </p:nvPr>
        </p:nvSpPr>
        <p:spPr>
          <a:xfrm>
            <a:off x="4297175" y="2355550"/>
            <a:ext cx="4299000" cy="650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8" name="Google Shape;18;p3"/>
          <p:cNvSpPr txBox="1"/>
          <p:nvPr>
            <p:ph hasCustomPrompt="1" idx="2" type="title"/>
          </p:nvPr>
        </p:nvSpPr>
        <p:spPr>
          <a:xfrm>
            <a:off x="4297175" y="1317160"/>
            <a:ext cx="4299000" cy="1098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10000"/>
              <a:buNone/>
              <a:defRPr sz="100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9" name="Google Shape;19;p3"/>
          <p:cNvSpPr txBox="1"/>
          <p:nvPr>
            <p:ph idx="1" type="subTitle"/>
          </p:nvPr>
        </p:nvSpPr>
        <p:spPr>
          <a:xfrm>
            <a:off x="4297175" y="2900355"/>
            <a:ext cx="42990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pic>
        <p:nvPicPr>
          <p:cNvPr id="20" name="Google Shape;20;p3"/>
          <p:cNvPicPr preferRelativeResize="0"/>
          <p:nvPr/>
        </p:nvPicPr>
        <p:blipFill>
          <a:blip r:embed="rId2">
            <a:alphaModFix/>
          </a:blip>
          <a:stretch>
            <a:fillRect/>
          </a:stretch>
        </p:blipFill>
        <p:spPr>
          <a:xfrm>
            <a:off x="16176" y="-501681"/>
            <a:ext cx="3802725" cy="3431200"/>
          </a:xfrm>
          <a:prstGeom prst="rect">
            <a:avLst/>
          </a:prstGeom>
          <a:noFill/>
          <a:ln>
            <a:noFill/>
          </a:ln>
        </p:spPr>
      </p:pic>
      <p:pic>
        <p:nvPicPr>
          <p:cNvPr id="21" name="Google Shape;21;p3"/>
          <p:cNvPicPr preferRelativeResize="0"/>
          <p:nvPr/>
        </p:nvPicPr>
        <p:blipFill>
          <a:blip r:embed="rId2">
            <a:alphaModFix/>
          </a:blip>
          <a:stretch>
            <a:fillRect/>
          </a:stretch>
        </p:blipFill>
        <p:spPr>
          <a:xfrm flipH="1" rot="10800000">
            <a:off x="10" y="2213744"/>
            <a:ext cx="3802725" cy="34312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24" name="Google Shape;24;p4"/>
          <p:cNvPicPr preferRelativeResize="0"/>
          <p:nvPr/>
        </p:nvPicPr>
        <p:blipFill>
          <a:blip r:embed="rId2">
            <a:alphaModFix/>
          </a:blip>
          <a:stretch>
            <a:fillRect/>
          </a:stretch>
        </p:blipFill>
        <p:spPr>
          <a:xfrm>
            <a:off x="-580849" y="-923890"/>
            <a:ext cx="2300675" cy="2075900"/>
          </a:xfrm>
          <a:prstGeom prst="rect">
            <a:avLst/>
          </a:prstGeom>
          <a:noFill/>
          <a:ln>
            <a:noFill/>
          </a:ln>
        </p:spPr>
      </p:pic>
      <p:pic>
        <p:nvPicPr>
          <p:cNvPr id="25" name="Google Shape;25;p4"/>
          <p:cNvPicPr preferRelativeResize="0"/>
          <p:nvPr/>
        </p:nvPicPr>
        <p:blipFill>
          <a:blip r:embed="rId2">
            <a:alphaModFix/>
          </a:blip>
          <a:stretch>
            <a:fillRect/>
          </a:stretch>
        </p:blipFill>
        <p:spPr>
          <a:xfrm rot="10800000">
            <a:off x="7251655" y="3988100"/>
            <a:ext cx="2300675" cy="2075900"/>
          </a:xfrm>
          <a:prstGeom prst="rect">
            <a:avLst/>
          </a:prstGeom>
          <a:noFill/>
          <a:ln>
            <a:noFill/>
          </a:ln>
        </p:spPr>
      </p:pic>
      <p:sp>
        <p:nvSpPr>
          <p:cNvPr id="26" name="Google Shape;26;p4"/>
          <p:cNvSpPr txBox="1"/>
          <p:nvPr>
            <p:ph type="ctrTitle"/>
          </p:nvPr>
        </p:nvSpPr>
        <p:spPr>
          <a:xfrm flipH="1">
            <a:off x="502200" y="445025"/>
            <a:ext cx="8184600" cy="6705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FFFFFF"/>
              </a:buClr>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27" name="Google Shape;27;p4"/>
          <p:cNvSpPr txBox="1"/>
          <p:nvPr>
            <p:ph idx="1" type="subTitle"/>
          </p:nvPr>
        </p:nvSpPr>
        <p:spPr>
          <a:xfrm>
            <a:off x="1255350" y="1454625"/>
            <a:ext cx="6633300" cy="3243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rgbClr val="434343"/>
              </a:buClr>
              <a:buSzPts val="1200"/>
              <a:buFont typeface="Livvic"/>
              <a:buAutoNum type="arabicPeriod"/>
              <a:defRPr sz="1200"/>
            </a:lvl1pPr>
            <a:lvl2pPr lvl="1" rtl="0">
              <a:lnSpc>
                <a:spcPct val="100000"/>
              </a:lnSpc>
              <a:spcBef>
                <a:spcPts val="0"/>
              </a:spcBef>
              <a:spcAft>
                <a:spcPts val="0"/>
              </a:spcAft>
              <a:buSzPts val="1200"/>
              <a:buAutoNum type="alphaLcPeriod"/>
              <a:defRPr sz="1200"/>
            </a:lvl2pPr>
            <a:lvl3pPr lvl="2" rtl="0">
              <a:lnSpc>
                <a:spcPct val="100000"/>
              </a:lnSpc>
              <a:spcBef>
                <a:spcPts val="0"/>
              </a:spcBef>
              <a:spcAft>
                <a:spcPts val="0"/>
              </a:spcAft>
              <a:buSzPts val="1200"/>
              <a:buAutoNum type="romanLcPeriod"/>
              <a:defRPr sz="1200"/>
            </a:lvl3pPr>
            <a:lvl4pPr lvl="3" rtl="0">
              <a:lnSpc>
                <a:spcPct val="100000"/>
              </a:lnSpc>
              <a:spcBef>
                <a:spcPts val="0"/>
              </a:spcBef>
              <a:spcAft>
                <a:spcPts val="0"/>
              </a:spcAft>
              <a:buSzPts val="1200"/>
              <a:buAutoNum type="arabicPeriod"/>
              <a:defRPr sz="1200"/>
            </a:lvl4pPr>
            <a:lvl5pPr lvl="4" rtl="0">
              <a:lnSpc>
                <a:spcPct val="100000"/>
              </a:lnSpc>
              <a:spcBef>
                <a:spcPts val="0"/>
              </a:spcBef>
              <a:spcAft>
                <a:spcPts val="0"/>
              </a:spcAft>
              <a:buSzPts val="1200"/>
              <a:buAutoNum type="alphaLcPeriod"/>
              <a:defRPr sz="1200"/>
            </a:lvl5pPr>
            <a:lvl6pPr lvl="5" rtl="0">
              <a:lnSpc>
                <a:spcPct val="100000"/>
              </a:lnSpc>
              <a:spcBef>
                <a:spcPts val="0"/>
              </a:spcBef>
              <a:spcAft>
                <a:spcPts val="0"/>
              </a:spcAft>
              <a:buSzPts val="1200"/>
              <a:buAutoNum type="romanLcPeriod"/>
              <a:defRPr sz="1200"/>
            </a:lvl6pPr>
            <a:lvl7pPr lvl="6" rtl="0">
              <a:lnSpc>
                <a:spcPct val="100000"/>
              </a:lnSpc>
              <a:spcBef>
                <a:spcPts val="0"/>
              </a:spcBef>
              <a:spcAft>
                <a:spcPts val="0"/>
              </a:spcAft>
              <a:buSzPts val="1200"/>
              <a:buAutoNum type="arabicPeriod"/>
              <a:defRPr sz="1200"/>
            </a:lvl7pPr>
            <a:lvl8pPr lvl="7" rtl="0">
              <a:lnSpc>
                <a:spcPct val="100000"/>
              </a:lnSpc>
              <a:spcBef>
                <a:spcPts val="0"/>
              </a:spcBef>
              <a:spcAft>
                <a:spcPts val="0"/>
              </a:spcAft>
              <a:buSzPts val="1200"/>
              <a:buAutoNum type="alphaLcPeriod"/>
              <a:defRPr sz="1200"/>
            </a:lvl8pPr>
            <a:lvl9pPr lvl="8" rtl="0">
              <a:lnSpc>
                <a:spcPct val="100000"/>
              </a:lnSpc>
              <a:spcBef>
                <a:spcPts val="0"/>
              </a:spcBef>
              <a:spcAft>
                <a:spcPts val="0"/>
              </a:spcAft>
              <a:buSzPts val="1200"/>
              <a:buAutoNum type="romanLcPeriod"/>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30" name="Google Shape;30;p5"/>
          <p:cNvSpPr txBox="1"/>
          <p:nvPr>
            <p:ph idx="1" type="subTitle"/>
          </p:nvPr>
        </p:nvSpPr>
        <p:spPr>
          <a:xfrm>
            <a:off x="2336850" y="2792565"/>
            <a:ext cx="2085600" cy="119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31" name="Google Shape;31;p5"/>
          <p:cNvSpPr txBox="1"/>
          <p:nvPr>
            <p:ph idx="2" type="subTitle"/>
          </p:nvPr>
        </p:nvSpPr>
        <p:spPr>
          <a:xfrm>
            <a:off x="4721650" y="2781757"/>
            <a:ext cx="2085600" cy="119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32" name="Google Shape;32;p5"/>
          <p:cNvSpPr txBox="1"/>
          <p:nvPr>
            <p:ph type="ctrTitle"/>
          </p:nvPr>
        </p:nvSpPr>
        <p:spPr>
          <a:xfrm flipH="1">
            <a:off x="4721600" y="462755"/>
            <a:ext cx="3673200" cy="1307100"/>
          </a:xfrm>
          <a:prstGeom prst="rect">
            <a:avLst/>
          </a:prstGeom>
        </p:spPr>
        <p:txBody>
          <a:bodyPr anchorCtr="0" anchor="t" bIns="91425" lIns="91425" spcFirstLastPara="1" rIns="91425" wrap="square" tIns="91425">
            <a:noAutofit/>
          </a:bodyPr>
          <a:lstStyle>
            <a:lvl1pPr lvl="0" rtl="0" algn="r">
              <a:spcBef>
                <a:spcPts val="0"/>
              </a:spcBef>
              <a:spcAft>
                <a:spcPts val="0"/>
              </a:spcAft>
              <a:buClr>
                <a:srgbClr val="FFFFFF"/>
              </a:buClr>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33" name="Google Shape;33;p5"/>
          <p:cNvSpPr txBox="1"/>
          <p:nvPr>
            <p:ph idx="3" type="ctrTitle"/>
          </p:nvPr>
        </p:nvSpPr>
        <p:spPr>
          <a:xfrm>
            <a:off x="2229313" y="2629926"/>
            <a:ext cx="2300700" cy="265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2400"/>
              <a:buNone/>
              <a:defRPr sz="1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4" name="Google Shape;34;p5"/>
          <p:cNvSpPr txBox="1"/>
          <p:nvPr>
            <p:ph idx="4" type="ctrTitle"/>
          </p:nvPr>
        </p:nvSpPr>
        <p:spPr>
          <a:xfrm>
            <a:off x="4572000" y="2629926"/>
            <a:ext cx="2384700" cy="265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2400"/>
              <a:buNone/>
              <a:defRPr sz="1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pic>
        <p:nvPicPr>
          <p:cNvPr id="35" name="Google Shape;35;p5"/>
          <p:cNvPicPr preferRelativeResize="0"/>
          <p:nvPr/>
        </p:nvPicPr>
        <p:blipFill>
          <a:blip r:embed="rId2">
            <a:alphaModFix/>
          </a:blip>
          <a:stretch>
            <a:fillRect/>
          </a:stretch>
        </p:blipFill>
        <p:spPr>
          <a:xfrm>
            <a:off x="0" y="0"/>
            <a:ext cx="2300675" cy="2075900"/>
          </a:xfrm>
          <a:prstGeom prst="rect">
            <a:avLst/>
          </a:prstGeom>
          <a:noFill/>
          <a:ln>
            <a:noFill/>
          </a:ln>
        </p:spPr>
      </p:pic>
      <p:sp>
        <p:nvSpPr>
          <p:cNvPr id="36" name="Google Shape;36;p5"/>
          <p:cNvSpPr/>
          <p:nvPr/>
        </p:nvSpPr>
        <p:spPr>
          <a:xfrm rot="5400000">
            <a:off x="2050488" y="1999184"/>
            <a:ext cx="2658200" cy="2384800"/>
          </a:xfrm>
          <a:prstGeom prst="flowChartPreparation">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rot="5400000">
            <a:off x="4435288" y="1999174"/>
            <a:ext cx="2658200" cy="2384800"/>
          </a:xfrm>
          <a:prstGeom prst="flowChartPreparation">
            <a:avLst/>
          </a:pr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40" name="Google Shape;40;p6"/>
          <p:cNvSpPr txBox="1"/>
          <p:nvPr>
            <p:ph type="ctrTitle"/>
          </p:nvPr>
        </p:nvSpPr>
        <p:spPr>
          <a:xfrm flipH="1">
            <a:off x="540000" y="452237"/>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41" name="Google Shape;41;p6"/>
          <p:cNvPicPr preferRelativeResize="0"/>
          <p:nvPr/>
        </p:nvPicPr>
        <p:blipFill>
          <a:blip r:embed="rId2">
            <a:alphaModFix/>
          </a:blip>
          <a:stretch>
            <a:fillRect/>
          </a:stretch>
        </p:blipFill>
        <p:spPr>
          <a:xfrm>
            <a:off x="0" y="0"/>
            <a:ext cx="2300675" cy="2075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44" name="Google Shape;44;p7"/>
          <p:cNvPicPr preferRelativeResize="0"/>
          <p:nvPr/>
        </p:nvPicPr>
        <p:blipFill>
          <a:blip r:embed="rId2">
            <a:alphaModFix/>
          </a:blip>
          <a:stretch>
            <a:fillRect/>
          </a:stretch>
        </p:blipFill>
        <p:spPr>
          <a:xfrm>
            <a:off x="0" y="0"/>
            <a:ext cx="2300675" cy="2075900"/>
          </a:xfrm>
          <a:prstGeom prst="rect">
            <a:avLst/>
          </a:prstGeom>
          <a:noFill/>
          <a:ln>
            <a:noFill/>
          </a:ln>
        </p:spPr>
      </p:pic>
      <p:pic>
        <p:nvPicPr>
          <p:cNvPr id="45" name="Google Shape;45;p7"/>
          <p:cNvPicPr preferRelativeResize="0"/>
          <p:nvPr/>
        </p:nvPicPr>
        <p:blipFill>
          <a:blip r:embed="rId2">
            <a:alphaModFix/>
          </a:blip>
          <a:stretch>
            <a:fillRect/>
          </a:stretch>
        </p:blipFill>
        <p:spPr>
          <a:xfrm rot="10800000">
            <a:off x="6843325" y="3067600"/>
            <a:ext cx="2300675" cy="2075900"/>
          </a:xfrm>
          <a:prstGeom prst="rect">
            <a:avLst/>
          </a:prstGeom>
          <a:noFill/>
          <a:ln>
            <a:noFill/>
          </a:ln>
        </p:spPr>
      </p:pic>
      <p:sp>
        <p:nvSpPr>
          <p:cNvPr id="46" name="Google Shape;46;p7"/>
          <p:cNvSpPr txBox="1"/>
          <p:nvPr>
            <p:ph type="ctrTitle"/>
          </p:nvPr>
        </p:nvSpPr>
        <p:spPr>
          <a:xfrm flipH="1">
            <a:off x="355600" y="2236500"/>
            <a:ext cx="3956100" cy="6705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FFFFFF"/>
              </a:buClr>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47" name="Google Shape;47;p7"/>
          <p:cNvSpPr txBox="1"/>
          <p:nvPr>
            <p:ph idx="1" type="subTitle"/>
          </p:nvPr>
        </p:nvSpPr>
        <p:spPr>
          <a:xfrm>
            <a:off x="4825200" y="1728900"/>
            <a:ext cx="2490300" cy="1685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rgbClr val="FFFFFF"/>
              </a:buClr>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cxnSp>
        <p:nvCxnSpPr>
          <p:cNvPr id="48" name="Google Shape;48;p7"/>
          <p:cNvCxnSpPr/>
          <p:nvPr/>
        </p:nvCxnSpPr>
        <p:spPr>
          <a:xfrm>
            <a:off x="4572000" y="1228200"/>
            <a:ext cx="0" cy="268710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9" name="Shape 49"/>
        <p:cNvGrpSpPr/>
        <p:nvPr/>
      </p:nvGrpSpPr>
      <p:grpSpPr>
        <a:xfrm>
          <a:off x="0" y="0"/>
          <a:ext cx="0" cy="0"/>
          <a:chOff x="0" y="0"/>
          <a:chExt cx="0" cy="0"/>
        </a:xfrm>
      </p:grpSpPr>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51" name="Google Shape;51;p8"/>
          <p:cNvSpPr txBox="1"/>
          <p:nvPr>
            <p:ph idx="1" type="subTitle"/>
          </p:nvPr>
        </p:nvSpPr>
        <p:spPr>
          <a:xfrm>
            <a:off x="5427750" y="1819787"/>
            <a:ext cx="2857500" cy="51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52" name="Google Shape;52;p8"/>
          <p:cNvSpPr txBox="1"/>
          <p:nvPr>
            <p:ph type="ctrTitle"/>
          </p:nvPr>
        </p:nvSpPr>
        <p:spPr>
          <a:xfrm flipH="1">
            <a:off x="5427750" y="981587"/>
            <a:ext cx="2857500" cy="8382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FFFFFF"/>
              </a:buClr>
              <a:buSzPts val="4800"/>
              <a:buNone/>
              <a:defRPr sz="5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pic>
        <p:nvPicPr>
          <p:cNvPr id="53" name="Google Shape;53;p8"/>
          <p:cNvPicPr preferRelativeResize="0"/>
          <p:nvPr/>
        </p:nvPicPr>
        <p:blipFill>
          <a:blip r:embed="rId2">
            <a:alphaModFix/>
          </a:blip>
          <a:stretch>
            <a:fillRect/>
          </a:stretch>
        </p:blipFill>
        <p:spPr>
          <a:xfrm rot="5400000">
            <a:off x="-751762" y="3062175"/>
            <a:ext cx="3802725" cy="3431200"/>
          </a:xfrm>
          <a:prstGeom prst="rect">
            <a:avLst/>
          </a:prstGeom>
          <a:noFill/>
          <a:ln>
            <a:noFill/>
          </a:ln>
        </p:spPr>
      </p:pic>
      <p:pic>
        <p:nvPicPr>
          <p:cNvPr id="54" name="Google Shape;54;p8"/>
          <p:cNvPicPr preferRelativeResize="0"/>
          <p:nvPr/>
        </p:nvPicPr>
        <p:blipFill>
          <a:blip r:embed="rId2">
            <a:alphaModFix/>
          </a:blip>
          <a:stretch>
            <a:fillRect/>
          </a:stretch>
        </p:blipFill>
        <p:spPr>
          <a:xfrm>
            <a:off x="-1718562" y="-1160625"/>
            <a:ext cx="3802725" cy="34312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5" name="Shape 55"/>
        <p:cNvGrpSpPr/>
        <p:nvPr/>
      </p:nvGrpSpPr>
      <p:grpSpPr>
        <a:xfrm>
          <a:off x="0" y="0"/>
          <a:ext cx="0" cy="0"/>
          <a:chOff x="0" y="0"/>
          <a:chExt cx="0" cy="0"/>
        </a:xfrm>
      </p:grpSpPr>
      <p:sp>
        <p:nvSpPr>
          <p:cNvPr id="56" name="Google Shape;56;p9"/>
          <p:cNvSpPr txBox="1"/>
          <p:nvPr>
            <p:ph idx="1" type="subTitle"/>
          </p:nvPr>
        </p:nvSpPr>
        <p:spPr>
          <a:xfrm>
            <a:off x="2101725" y="3712858"/>
            <a:ext cx="21750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7" name="Google Shape;57;p9"/>
          <p:cNvSpPr txBox="1"/>
          <p:nvPr>
            <p:ph idx="2" type="subTitle"/>
          </p:nvPr>
        </p:nvSpPr>
        <p:spPr>
          <a:xfrm>
            <a:off x="4789400" y="3715662"/>
            <a:ext cx="21750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8" name="Google Shape;58;p9"/>
          <p:cNvSpPr txBox="1"/>
          <p:nvPr>
            <p:ph idx="3" type="subTitle"/>
          </p:nvPr>
        </p:nvSpPr>
        <p:spPr>
          <a:xfrm>
            <a:off x="2101725" y="3396845"/>
            <a:ext cx="21750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spcBef>
                <a:spcPts val="0"/>
              </a:spcBef>
              <a:spcAft>
                <a:spcPts val="0"/>
              </a:spcAft>
              <a:buSzPts val="1600"/>
              <a:buFont typeface="Squada One"/>
              <a:buNone/>
              <a:defRPr sz="1600">
                <a:latin typeface="Squada One"/>
                <a:ea typeface="Squada One"/>
                <a:cs typeface="Squada One"/>
                <a:sym typeface="Squada One"/>
              </a:defRPr>
            </a:lvl2pPr>
            <a:lvl3pPr lvl="2" rtl="0">
              <a:spcBef>
                <a:spcPts val="1600"/>
              </a:spcBef>
              <a:spcAft>
                <a:spcPts val="0"/>
              </a:spcAft>
              <a:buSzPts val="1600"/>
              <a:buFont typeface="Squada One"/>
              <a:buNone/>
              <a:defRPr sz="1600">
                <a:latin typeface="Squada One"/>
                <a:ea typeface="Squada One"/>
                <a:cs typeface="Squada One"/>
                <a:sym typeface="Squada One"/>
              </a:defRPr>
            </a:lvl3pPr>
            <a:lvl4pPr lvl="3" rtl="0">
              <a:spcBef>
                <a:spcPts val="1600"/>
              </a:spcBef>
              <a:spcAft>
                <a:spcPts val="0"/>
              </a:spcAft>
              <a:buSzPts val="1600"/>
              <a:buFont typeface="Squada One"/>
              <a:buNone/>
              <a:defRPr sz="1600">
                <a:latin typeface="Squada One"/>
                <a:ea typeface="Squada One"/>
                <a:cs typeface="Squada One"/>
                <a:sym typeface="Squada One"/>
              </a:defRPr>
            </a:lvl4pPr>
            <a:lvl5pPr lvl="4" rtl="0">
              <a:spcBef>
                <a:spcPts val="1600"/>
              </a:spcBef>
              <a:spcAft>
                <a:spcPts val="0"/>
              </a:spcAft>
              <a:buSzPts val="1600"/>
              <a:buFont typeface="Squada One"/>
              <a:buNone/>
              <a:defRPr sz="1600">
                <a:latin typeface="Squada One"/>
                <a:ea typeface="Squada One"/>
                <a:cs typeface="Squada One"/>
                <a:sym typeface="Squada One"/>
              </a:defRPr>
            </a:lvl5pPr>
            <a:lvl6pPr lvl="5" rtl="0">
              <a:spcBef>
                <a:spcPts val="1600"/>
              </a:spcBef>
              <a:spcAft>
                <a:spcPts val="0"/>
              </a:spcAft>
              <a:buSzPts val="1600"/>
              <a:buFont typeface="Squada One"/>
              <a:buNone/>
              <a:defRPr sz="1600">
                <a:latin typeface="Squada One"/>
                <a:ea typeface="Squada One"/>
                <a:cs typeface="Squada One"/>
                <a:sym typeface="Squada One"/>
              </a:defRPr>
            </a:lvl6pPr>
            <a:lvl7pPr lvl="6" rtl="0">
              <a:spcBef>
                <a:spcPts val="1600"/>
              </a:spcBef>
              <a:spcAft>
                <a:spcPts val="0"/>
              </a:spcAft>
              <a:buSzPts val="1600"/>
              <a:buFont typeface="Squada One"/>
              <a:buNone/>
              <a:defRPr sz="1600">
                <a:latin typeface="Squada One"/>
                <a:ea typeface="Squada One"/>
                <a:cs typeface="Squada One"/>
                <a:sym typeface="Squada One"/>
              </a:defRPr>
            </a:lvl7pPr>
            <a:lvl8pPr lvl="7" rtl="0">
              <a:spcBef>
                <a:spcPts val="1600"/>
              </a:spcBef>
              <a:spcAft>
                <a:spcPts val="0"/>
              </a:spcAft>
              <a:buSzPts val="1600"/>
              <a:buFont typeface="Squada One"/>
              <a:buNone/>
              <a:defRPr sz="1600">
                <a:latin typeface="Squada One"/>
                <a:ea typeface="Squada One"/>
                <a:cs typeface="Squada One"/>
                <a:sym typeface="Squada One"/>
              </a:defRPr>
            </a:lvl8pPr>
            <a:lvl9pPr lvl="8" rtl="0">
              <a:spcBef>
                <a:spcPts val="1600"/>
              </a:spcBef>
              <a:spcAft>
                <a:spcPts val="1600"/>
              </a:spcAft>
              <a:buSzPts val="1600"/>
              <a:buFont typeface="Squada One"/>
              <a:buNone/>
              <a:defRPr sz="1600">
                <a:latin typeface="Squada One"/>
                <a:ea typeface="Squada One"/>
                <a:cs typeface="Squada One"/>
                <a:sym typeface="Squada One"/>
              </a:defRPr>
            </a:lvl9pPr>
          </a:lstStyle>
          <a:p/>
        </p:txBody>
      </p:sp>
      <p:sp>
        <p:nvSpPr>
          <p:cNvPr id="59" name="Google Shape;59;p9"/>
          <p:cNvSpPr txBox="1"/>
          <p:nvPr>
            <p:ph idx="4" type="subTitle"/>
          </p:nvPr>
        </p:nvSpPr>
        <p:spPr>
          <a:xfrm>
            <a:off x="4789400" y="3395392"/>
            <a:ext cx="21570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spcBef>
                <a:spcPts val="0"/>
              </a:spcBef>
              <a:spcAft>
                <a:spcPts val="0"/>
              </a:spcAft>
              <a:buSzPts val="1600"/>
              <a:buFont typeface="Squada One"/>
              <a:buNone/>
              <a:defRPr sz="1600">
                <a:latin typeface="Squada One"/>
                <a:ea typeface="Squada One"/>
                <a:cs typeface="Squada One"/>
                <a:sym typeface="Squada One"/>
              </a:defRPr>
            </a:lvl2pPr>
            <a:lvl3pPr lvl="2" rtl="0">
              <a:spcBef>
                <a:spcPts val="1600"/>
              </a:spcBef>
              <a:spcAft>
                <a:spcPts val="0"/>
              </a:spcAft>
              <a:buSzPts val="1600"/>
              <a:buFont typeface="Squada One"/>
              <a:buNone/>
              <a:defRPr sz="1600">
                <a:latin typeface="Squada One"/>
                <a:ea typeface="Squada One"/>
                <a:cs typeface="Squada One"/>
                <a:sym typeface="Squada One"/>
              </a:defRPr>
            </a:lvl3pPr>
            <a:lvl4pPr lvl="3" rtl="0">
              <a:spcBef>
                <a:spcPts val="1600"/>
              </a:spcBef>
              <a:spcAft>
                <a:spcPts val="0"/>
              </a:spcAft>
              <a:buSzPts val="1600"/>
              <a:buFont typeface="Squada One"/>
              <a:buNone/>
              <a:defRPr sz="1600">
                <a:latin typeface="Squada One"/>
                <a:ea typeface="Squada One"/>
                <a:cs typeface="Squada One"/>
                <a:sym typeface="Squada One"/>
              </a:defRPr>
            </a:lvl4pPr>
            <a:lvl5pPr lvl="4" rtl="0">
              <a:spcBef>
                <a:spcPts val="1600"/>
              </a:spcBef>
              <a:spcAft>
                <a:spcPts val="0"/>
              </a:spcAft>
              <a:buSzPts val="1600"/>
              <a:buFont typeface="Squada One"/>
              <a:buNone/>
              <a:defRPr sz="1600">
                <a:latin typeface="Squada One"/>
                <a:ea typeface="Squada One"/>
                <a:cs typeface="Squada One"/>
                <a:sym typeface="Squada One"/>
              </a:defRPr>
            </a:lvl5pPr>
            <a:lvl6pPr lvl="5" rtl="0">
              <a:spcBef>
                <a:spcPts val="1600"/>
              </a:spcBef>
              <a:spcAft>
                <a:spcPts val="0"/>
              </a:spcAft>
              <a:buSzPts val="1600"/>
              <a:buFont typeface="Squada One"/>
              <a:buNone/>
              <a:defRPr sz="1600">
                <a:latin typeface="Squada One"/>
                <a:ea typeface="Squada One"/>
                <a:cs typeface="Squada One"/>
                <a:sym typeface="Squada One"/>
              </a:defRPr>
            </a:lvl6pPr>
            <a:lvl7pPr lvl="6" rtl="0">
              <a:spcBef>
                <a:spcPts val="1600"/>
              </a:spcBef>
              <a:spcAft>
                <a:spcPts val="0"/>
              </a:spcAft>
              <a:buSzPts val="1600"/>
              <a:buFont typeface="Squada One"/>
              <a:buNone/>
              <a:defRPr sz="1600">
                <a:latin typeface="Squada One"/>
                <a:ea typeface="Squada One"/>
                <a:cs typeface="Squada One"/>
                <a:sym typeface="Squada One"/>
              </a:defRPr>
            </a:lvl7pPr>
            <a:lvl8pPr lvl="7" rtl="0">
              <a:spcBef>
                <a:spcPts val="1600"/>
              </a:spcBef>
              <a:spcAft>
                <a:spcPts val="0"/>
              </a:spcAft>
              <a:buSzPts val="1600"/>
              <a:buFont typeface="Squada One"/>
              <a:buNone/>
              <a:defRPr sz="1600">
                <a:latin typeface="Squada One"/>
                <a:ea typeface="Squada One"/>
                <a:cs typeface="Squada One"/>
                <a:sym typeface="Squada One"/>
              </a:defRPr>
            </a:lvl8pPr>
            <a:lvl9pPr lvl="8" rtl="0">
              <a:spcBef>
                <a:spcPts val="1600"/>
              </a:spcBef>
              <a:spcAft>
                <a:spcPts val="1600"/>
              </a:spcAft>
              <a:buSzPts val="1600"/>
              <a:buFont typeface="Squada One"/>
              <a:buNone/>
              <a:defRPr sz="1600">
                <a:latin typeface="Squada One"/>
                <a:ea typeface="Squada One"/>
                <a:cs typeface="Squada One"/>
                <a:sym typeface="Squada One"/>
              </a:defRPr>
            </a:lvl9pPr>
          </a:lstStyle>
          <a:p/>
        </p:txBody>
      </p:sp>
      <p:pic>
        <p:nvPicPr>
          <p:cNvPr id="60" name="Google Shape;60;p9"/>
          <p:cNvPicPr preferRelativeResize="0"/>
          <p:nvPr/>
        </p:nvPicPr>
        <p:blipFill>
          <a:blip r:embed="rId2">
            <a:alphaModFix/>
          </a:blip>
          <a:stretch>
            <a:fillRect/>
          </a:stretch>
        </p:blipFill>
        <p:spPr>
          <a:xfrm>
            <a:off x="0" y="-228600"/>
            <a:ext cx="2300675" cy="2075900"/>
          </a:xfrm>
          <a:prstGeom prst="rect">
            <a:avLst/>
          </a:prstGeom>
          <a:noFill/>
          <a:ln>
            <a:noFill/>
          </a:ln>
        </p:spPr>
      </p:pic>
      <p:pic>
        <p:nvPicPr>
          <p:cNvPr id="61" name="Google Shape;61;p9"/>
          <p:cNvPicPr preferRelativeResize="0"/>
          <p:nvPr/>
        </p:nvPicPr>
        <p:blipFill>
          <a:blip r:embed="rId2">
            <a:alphaModFix/>
          </a:blip>
          <a:stretch>
            <a:fillRect/>
          </a:stretch>
        </p:blipFill>
        <p:spPr>
          <a:xfrm flipH="1">
            <a:off x="6843325" y="-228600"/>
            <a:ext cx="2300675" cy="2075900"/>
          </a:xfrm>
          <a:prstGeom prst="rect">
            <a:avLst/>
          </a:prstGeom>
          <a:noFill/>
          <a:ln>
            <a:noFill/>
          </a:ln>
        </p:spPr>
      </p:pic>
      <p:pic>
        <p:nvPicPr>
          <p:cNvPr id="62" name="Google Shape;62;p9"/>
          <p:cNvPicPr preferRelativeResize="0"/>
          <p:nvPr/>
        </p:nvPicPr>
        <p:blipFill>
          <a:blip r:embed="rId2">
            <a:alphaModFix/>
          </a:blip>
          <a:stretch>
            <a:fillRect/>
          </a:stretch>
        </p:blipFill>
        <p:spPr>
          <a:xfrm flipH="1" rot="10800000">
            <a:off x="0" y="3997725"/>
            <a:ext cx="2300675" cy="2075900"/>
          </a:xfrm>
          <a:prstGeom prst="rect">
            <a:avLst/>
          </a:prstGeom>
          <a:noFill/>
          <a:ln>
            <a:noFill/>
          </a:ln>
        </p:spPr>
      </p:pic>
      <p:pic>
        <p:nvPicPr>
          <p:cNvPr id="63" name="Google Shape;63;p9"/>
          <p:cNvPicPr preferRelativeResize="0"/>
          <p:nvPr/>
        </p:nvPicPr>
        <p:blipFill>
          <a:blip r:embed="rId2">
            <a:alphaModFix/>
          </a:blip>
          <a:stretch>
            <a:fillRect/>
          </a:stretch>
        </p:blipFill>
        <p:spPr>
          <a:xfrm rot="10800000">
            <a:off x="6843325" y="3997725"/>
            <a:ext cx="2300675" cy="2075900"/>
          </a:xfrm>
          <a:prstGeom prst="rect">
            <a:avLst/>
          </a:prstGeom>
          <a:noFill/>
          <a:ln>
            <a:noFill/>
          </a:ln>
        </p:spPr>
      </p:pic>
      <p:sp>
        <p:nvSpPr>
          <p:cNvPr id="64" name="Google Shape;64;p9"/>
          <p:cNvSpPr txBox="1"/>
          <p:nvPr>
            <p:ph type="ctrTitle"/>
          </p:nvPr>
        </p:nvSpPr>
        <p:spPr>
          <a:xfrm flipH="1">
            <a:off x="457200" y="445025"/>
            <a:ext cx="82296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 name="Shape 65"/>
        <p:cNvGrpSpPr/>
        <p:nvPr/>
      </p:nvGrpSpPr>
      <p:grpSpPr>
        <a:xfrm>
          <a:off x="0" y="0"/>
          <a:ext cx="0" cy="0"/>
          <a:chOff x="0" y="0"/>
          <a:chExt cx="0" cy="0"/>
        </a:xfrm>
      </p:grpSpPr>
      <p:sp>
        <p:nvSpPr>
          <p:cNvPr id="66" name="Google Shape;66;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67" name="Google Shape;67;p10"/>
          <p:cNvSpPr txBox="1"/>
          <p:nvPr>
            <p:ph type="ctrTitle"/>
          </p:nvPr>
        </p:nvSpPr>
        <p:spPr>
          <a:xfrm flipH="1">
            <a:off x="1187500" y="445025"/>
            <a:ext cx="6784500" cy="1720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4800"/>
              <a:buNone/>
              <a:defRPr sz="5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pic>
        <p:nvPicPr>
          <p:cNvPr id="68" name="Google Shape;68;p10"/>
          <p:cNvPicPr preferRelativeResize="0"/>
          <p:nvPr/>
        </p:nvPicPr>
        <p:blipFill>
          <a:blip r:embed="rId2">
            <a:alphaModFix/>
          </a:blip>
          <a:stretch>
            <a:fillRect/>
          </a:stretch>
        </p:blipFill>
        <p:spPr>
          <a:xfrm rot="5400000">
            <a:off x="-751762" y="3062175"/>
            <a:ext cx="3802725" cy="3431200"/>
          </a:xfrm>
          <a:prstGeom prst="rect">
            <a:avLst/>
          </a:prstGeom>
          <a:noFill/>
          <a:ln>
            <a:noFill/>
          </a:ln>
        </p:spPr>
      </p:pic>
      <p:pic>
        <p:nvPicPr>
          <p:cNvPr id="69" name="Google Shape;69;p10"/>
          <p:cNvPicPr preferRelativeResize="0"/>
          <p:nvPr/>
        </p:nvPicPr>
        <p:blipFill>
          <a:blip r:embed="rId2">
            <a:alphaModFix/>
          </a:blip>
          <a:stretch>
            <a:fillRect/>
          </a:stretch>
        </p:blipFill>
        <p:spPr>
          <a:xfrm>
            <a:off x="-1718562" y="-1160625"/>
            <a:ext cx="3802725" cy="34312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sp>
        <p:nvSpPr>
          <p:cNvPr id="71" name="Google Shape;71;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72" name="Google Shape;72;p11"/>
          <p:cNvSpPr txBox="1"/>
          <p:nvPr>
            <p:ph hasCustomPrompt="1" type="title"/>
          </p:nvPr>
        </p:nvSpPr>
        <p:spPr>
          <a:xfrm>
            <a:off x="539999" y="1400065"/>
            <a:ext cx="8064000" cy="1780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5000"/>
              <a:buNone/>
              <a:defRPr sz="11500"/>
            </a:lvl1pPr>
            <a:lvl2pPr lvl="1"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9pPr>
          </a:lstStyle>
          <a:p>
            <a:r>
              <a:t>xx%</a:t>
            </a:r>
          </a:p>
        </p:txBody>
      </p:sp>
      <p:sp>
        <p:nvSpPr>
          <p:cNvPr id="73" name="Google Shape;73;p11"/>
          <p:cNvSpPr txBox="1"/>
          <p:nvPr>
            <p:ph idx="1" type="subTitle"/>
          </p:nvPr>
        </p:nvSpPr>
        <p:spPr>
          <a:xfrm>
            <a:off x="537375" y="3235240"/>
            <a:ext cx="8066700" cy="39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1600"/>
              </a:spcBef>
              <a:spcAft>
                <a:spcPts val="0"/>
              </a:spcAft>
              <a:buSzPts val="1600"/>
              <a:buNone/>
              <a:defRPr sz="1600"/>
            </a:lvl2pPr>
            <a:lvl3pPr lvl="2" rtl="0">
              <a:spcBef>
                <a:spcPts val="1600"/>
              </a:spcBef>
              <a:spcAft>
                <a:spcPts val="0"/>
              </a:spcAft>
              <a:buSzPts val="1600"/>
              <a:buNone/>
              <a:defRPr sz="1600"/>
            </a:lvl3pPr>
            <a:lvl4pPr lvl="3" rtl="0">
              <a:spcBef>
                <a:spcPts val="1600"/>
              </a:spcBef>
              <a:spcAft>
                <a:spcPts val="0"/>
              </a:spcAft>
              <a:buSzPts val="1600"/>
              <a:buNone/>
              <a:defRPr sz="1600"/>
            </a:lvl4pPr>
            <a:lvl5pPr lvl="4" rtl="0">
              <a:spcBef>
                <a:spcPts val="1600"/>
              </a:spcBef>
              <a:spcAft>
                <a:spcPts val="0"/>
              </a:spcAft>
              <a:buSzPts val="1600"/>
              <a:buNone/>
              <a:defRPr sz="1600"/>
            </a:lvl5pPr>
            <a:lvl6pPr lvl="5" rtl="0">
              <a:spcBef>
                <a:spcPts val="1600"/>
              </a:spcBef>
              <a:spcAft>
                <a:spcPts val="0"/>
              </a:spcAft>
              <a:buSzPts val="1600"/>
              <a:buNone/>
              <a:defRPr sz="1600"/>
            </a:lvl6pPr>
            <a:lvl7pPr lvl="6" rtl="0">
              <a:spcBef>
                <a:spcPts val="1600"/>
              </a:spcBef>
              <a:spcAft>
                <a:spcPts val="0"/>
              </a:spcAft>
              <a:buSzPts val="1600"/>
              <a:buNone/>
              <a:defRPr sz="1600"/>
            </a:lvl7pPr>
            <a:lvl8pPr lvl="7" rtl="0">
              <a:spcBef>
                <a:spcPts val="1600"/>
              </a:spcBef>
              <a:spcAft>
                <a:spcPts val="0"/>
              </a:spcAft>
              <a:buSzPts val="1600"/>
              <a:buNone/>
              <a:defRPr sz="1600"/>
            </a:lvl8pPr>
            <a:lvl9pPr lvl="8" rtl="0">
              <a:spcBef>
                <a:spcPts val="1600"/>
              </a:spcBef>
              <a:spcAft>
                <a:spcPts val="1600"/>
              </a:spcAft>
              <a:buSzPts val="1600"/>
              <a:buNone/>
              <a:defRPr sz="1600"/>
            </a:lvl9pPr>
          </a:lstStyle>
          <a:p/>
        </p:txBody>
      </p:sp>
      <p:pic>
        <p:nvPicPr>
          <p:cNvPr id="74" name="Google Shape;74;p11"/>
          <p:cNvPicPr preferRelativeResize="0"/>
          <p:nvPr/>
        </p:nvPicPr>
        <p:blipFill>
          <a:blip r:embed="rId2">
            <a:alphaModFix/>
          </a:blip>
          <a:stretch>
            <a:fillRect/>
          </a:stretch>
        </p:blipFill>
        <p:spPr>
          <a:xfrm flipH="1">
            <a:off x="6945663" y="-346987"/>
            <a:ext cx="2300675" cy="2075900"/>
          </a:xfrm>
          <a:prstGeom prst="rect">
            <a:avLst/>
          </a:prstGeom>
          <a:noFill/>
          <a:ln>
            <a:noFill/>
          </a:ln>
        </p:spPr>
      </p:pic>
      <p:pic>
        <p:nvPicPr>
          <p:cNvPr id="75" name="Google Shape;75;p11"/>
          <p:cNvPicPr preferRelativeResize="0"/>
          <p:nvPr/>
        </p:nvPicPr>
        <p:blipFill>
          <a:blip r:embed="rId2">
            <a:alphaModFix/>
          </a:blip>
          <a:stretch>
            <a:fillRect/>
          </a:stretch>
        </p:blipFill>
        <p:spPr>
          <a:xfrm flipH="1" rot="10800000">
            <a:off x="0" y="3414791"/>
            <a:ext cx="2300675" cy="2075900"/>
          </a:xfrm>
          <a:prstGeom prst="rect">
            <a:avLst/>
          </a:prstGeom>
          <a:noFill/>
          <a:ln>
            <a:noFill/>
          </a:ln>
        </p:spPr>
      </p:pic>
      <p:pic>
        <p:nvPicPr>
          <p:cNvPr id="76" name="Google Shape;76;p11"/>
          <p:cNvPicPr preferRelativeResize="0"/>
          <p:nvPr/>
        </p:nvPicPr>
        <p:blipFill>
          <a:blip r:embed="rId2">
            <a:alphaModFix/>
          </a:blip>
          <a:stretch>
            <a:fillRect/>
          </a:stretch>
        </p:blipFill>
        <p:spPr>
          <a:xfrm flipH="1" rot="10800000">
            <a:off x="-104897" y="-695083"/>
            <a:ext cx="2300675" cy="2075900"/>
          </a:xfrm>
          <a:prstGeom prst="rect">
            <a:avLst/>
          </a:prstGeom>
          <a:noFill/>
          <a:ln>
            <a:noFill/>
          </a:ln>
        </p:spPr>
      </p:pic>
      <p:pic>
        <p:nvPicPr>
          <p:cNvPr id="77" name="Google Shape;77;p11"/>
          <p:cNvPicPr preferRelativeResize="0"/>
          <p:nvPr/>
        </p:nvPicPr>
        <p:blipFill>
          <a:blip r:embed="rId2">
            <a:alphaModFix/>
          </a:blip>
          <a:stretch>
            <a:fillRect/>
          </a:stretch>
        </p:blipFill>
        <p:spPr>
          <a:xfrm flipH="1">
            <a:off x="6945663" y="3773854"/>
            <a:ext cx="2300675" cy="20759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8" name="Shape 78"/>
        <p:cNvGrpSpPr/>
        <p:nvPr/>
      </p:nvGrpSpPr>
      <p:grpSpPr>
        <a:xfrm>
          <a:off x="0" y="0"/>
          <a:ext cx="0" cy="0"/>
          <a:chOff x="0" y="0"/>
          <a:chExt cx="0" cy="0"/>
        </a:xfrm>
      </p:grpSpPr>
      <p:sp>
        <p:nvSpPr>
          <p:cNvPr id="79" name="Google Shape;7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6">
    <p:spTree>
      <p:nvGrpSpPr>
        <p:cNvPr id="80" name="Shape 80"/>
        <p:cNvGrpSpPr/>
        <p:nvPr/>
      </p:nvGrpSpPr>
      <p:grpSpPr>
        <a:xfrm>
          <a:off x="0" y="0"/>
          <a:ext cx="0" cy="0"/>
          <a:chOff x="0" y="0"/>
          <a:chExt cx="0" cy="0"/>
        </a:xfrm>
      </p:grpSpPr>
      <p:sp>
        <p:nvSpPr>
          <p:cNvPr id="81" name="Google Shape;81;p13"/>
          <p:cNvSpPr txBox="1"/>
          <p:nvPr>
            <p:ph type="ctrTitle"/>
          </p:nvPr>
        </p:nvSpPr>
        <p:spPr>
          <a:xfrm>
            <a:off x="1690457" y="2052406"/>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2" name="Google Shape;82;p13"/>
          <p:cNvSpPr txBox="1"/>
          <p:nvPr>
            <p:ph idx="1" type="subTitle"/>
          </p:nvPr>
        </p:nvSpPr>
        <p:spPr>
          <a:xfrm>
            <a:off x="2051807" y="2538657"/>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83" name="Google Shape;83;p13"/>
          <p:cNvSpPr txBox="1"/>
          <p:nvPr>
            <p:ph idx="2" type="ctrTitle"/>
          </p:nvPr>
        </p:nvSpPr>
        <p:spPr>
          <a:xfrm>
            <a:off x="1690457" y="3599531"/>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4" name="Google Shape;84;p13"/>
          <p:cNvSpPr txBox="1"/>
          <p:nvPr>
            <p:ph idx="3" type="subTitle"/>
          </p:nvPr>
        </p:nvSpPr>
        <p:spPr>
          <a:xfrm>
            <a:off x="2051807" y="4048600"/>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85" name="Google Shape;85;p13"/>
          <p:cNvSpPr txBox="1"/>
          <p:nvPr>
            <p:ph idx="4" type="ctrTitle"/>
          </p:nvPr>
        </p:nvSpPr>
        <p:spPr>
          <a:xfrm>
            <a:off x="4824357" y="2052406"/>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6" name="Google Shape;86;p13"/>
          <p:cNvSpPr txBox="1"/>
          <p:nvPr>
            <p:ph idx="5" type="subTitle"/>
          </p:nvPr>
        </p:nvSpPr>
        <p:spPr>
          <a:xfrm>
            <a:off x="5185707" y="2538657"/>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87" name="Google Shape;87;p13"/>
          <p:cNvSpPr txBox="1"/>
          <p:nvPr>
            <p:ph idx="6" type="ctrTitle"/>
          </p:nvPr>
        </p:nvSpPr>
        <p:spPr>
          <a:xfrm>
            <a:off x="4824357" y="3599531"/>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8" name="Google Shape;88;p13"/>
          <p:cNvSpPr txBox="1"/>
          <p:nvPr>
            <p:ph idx="7" type="subTitle"/>
          </p:nvPr>
        </p:nvSpPr>
        <p:spPr>
          <a:xfrm>
            <a:off x="5185707" y="4048600"/>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89" name="Google Shape;89;p13"/>
          <p:cNvSpPr txBox="1"/>
          <p:nvPr>
            <p:ph idx="8" type="ctrTitle"/>
          </p:nvPr>
        </p:nvSpPr>
        <p:spPr>
          <a:xfrm>
            <a:off x="1122278" y="401450"/>
            <a:ext cx="6899400" cy="946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90" name="Google Shape;90;p13"/>
          <p:cNvSpPr txBox="1"/>
          <p:nvPr>
            <p:ph hasCustomPrompt="1" idx="9" type="title"/>
          </p:nvPr>
        </p:nvSpPr>
        <p:spPr>
          <a:xfrm>
            <a:off x="2128157" y="1555631"/>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4800"/>
              <a:buNone/>
              <a:defRPr sz="48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91" name="Google Shape;91;p13"/>
          <p:cNvSpPr txBox="1"/>
          <p:nvPr>
            <p:ph hasCustomPrompt="1" idx="13" type="title"/>
          </p:nvPr>
        </p:nvSpPr>
        <p:spPr>
          <a:xfrm>
            <a:off x="2128157" y="3074022"/>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92" name="Google Shape;92;p13"/>
          <p:cNvSpPr txBox="1"/>
          <p:nvPr>
            <p:ph hasCustomPrompt="1" idx="14" type="title"/>
          </p:nvPr>
        </p:nvSpPr>
        <p:spPr>
          <a:xfrm>
            <a:off x="5262057" y="1555631"/>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93" name="Google Shape;93;p13"/>
          <p:cNvSpPr txBox="1"/>
          <p:nvPr>
            <p:ph hasCustomPrompt="1" idx="15" type="title"/>
          </p:nvPr>
        </p:nvSpPr>
        <p:spPr>
          <a:xfrm>
            <a:off x="5262057" y="3074022"/>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2">
  <p:cSld name="CUSTOM_36">
    <p:spTree>
      <p:nvGrpSpPr>
        <p:cNvPr id="94" name="Shape 94"/>
        <p:cNvGrpSpPr/>
        <p:nvPr/>
      </p:nvGrpSpPr>
      <p:grpSpPr>
        <a:xfrm>
          <a:off x="0" y="0"/>
          <a:ext cx="0" cy="0"/>
          <a:chOff x="0" y="0"/>
          <a:chExt cx="0" cy="0"/>
        </a:xfrm>
      </p:grpSpPr>
      <p:sp>
        <p:nvSpPr>
          <p:cNvPr id="95" name="Google Shape;95;p14"/>
          <p:cNvSpPr txBox="1"/>
          <p:nvPr>
            <p:ph type="ctrTitle"/>
          </p:nvPr>
        </p:nvSpPr>
        <p:spPr>
          <a:xfrm>
            <a:off x="657228" y="1778585"/>
            <a:ext cx="1959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96" name="Google Shape;96;p14"/>
          <p:cNvSpPr txBox="1"/>
          <p:nvPr>
            <p:ph idx="1" type="subTitle"/>
          </p:nvPr>
        </p:nvSpPr>
        <p:spPr>
          <a:xfrm>
            <a:off x="657228" y="2252441"/>
            <a:ext cx="19593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97" name="Google Shape;97;p14"/>
          <p:cNvSpPr txBox="1"/>
          <p:nvPr>
            <p:ph idx="2" type="ctrTitle"/>
          </p:nvPr>
        </p:nvSpPr>
        <p:spPr>
          <a:xfrm>
            <a:off x="693636" y="3580934"/>
            <a:ext cx="19065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98" name="Google Shape;98;p14"/>
          <p:cNvSpPr txBox="1"/>
          <p:nvPr>
            <p:ph idx="3" type="subTitle"/>
          </p:nvPr>
        </p:nvSpPr>
        <p:spPr>
          <a:xfrm>
            <a:off x="693636" y="4036206"/>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99" name="Google Shape;99;p14"/>
          <p:cNvSpPr txBox="1"/>
          <p:nvPr>
            <p:ph idx="4" type="ctrTitle"/>
          </p:nvPr>
        </p:nvSpPr>
        <p:spPr>
          <a:xfrm>
            <a:off x="3207532" y="1784778"/>
            <a:ext cx="17997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00" name="Google Shape;100;p14"/>
          <p:cNvSpPr txBox="1"/>
          <p:nvPr>
            <p:ph idx="5" type="subTitle"/>
          </p:nvPr>
        </p:nvSpPr>
        <p:spPr>
          <a:xfrm>
            <a:off x="3188332" y="2252437"/>
            <a:ext cx="18381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01" name="Google Shape;101;p14"/>
          <p:cNvSpPr txBox="1"/>
          <p:nvPr>
            <p:ph idx="6" type="ctrTitle"/>
          </p:nvPr>
        </p:nvSpPr>
        <p:spPr>
          <a:xfrm>
            <a:off x="3233530" y="3580934"/>
            <a:ext cx="17538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02" name="Google Shape;102;p14"/>
          <p:cNvSpPr txBox="1"/>
          <p:nvPr>
            <p:ph idx="7" type="subTitle"/>
          </p:nvPr>
        </p:nvSpPr>
        <p:spPr>
          <a:xfrm>
            <a:off x="3157180" y="4036206"/>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03" name="Google Shape;103;p14"/>
          <p:cNvSpPr txBox="1"/>
          <p:nvPr>
            <p:ph idx="8" type="ctrTitle"/>
          </p:nvPr>
        </p:nvSpPr>
        <p:spPr>
          <a:xfrm>
            <a:off x="579450" y="401450"/>
            <a:ext cx="4593000" cy="946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04" name="Google Shape;104;p14"/>
          <p:cNvSpPr txBox="1"/>
          <p:nvPr>
            <p:ph hasCustomPrompt="1" idx="9" type="title"/>
          </p:nvPr>
        </p:nvSpPr>
        <p:spPr>
          <a:xfrm>
            <a:off x="683628" y="1358010"/>
            <a:ext cx="19065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4800"/>
              <a:buNone/>
              <a:defRPr sz="48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05" name="Google Shape;105;p14"/>
          <p:cNvSpPr txBox="1"/>
          <p:nvPr>
            <p:ph hasCustomPrompt="1" idx="13" type="title"/>
          </p:nvPr>
        </p:nvSpPr>
        <p:spPr>
          <a:xfrm>
            <a:off x="693636" y="3141768"/>
            <a:ext cx="19065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06" name="Google Shape;106;p14"/>
          <p:cNvSpPr txBox="1"/>
          <p:nvPr>
            <p:ph hasCustomPrompt="1" idx="14" type="title"/>
          </p:nvPr>
        </p:nvSpPr>
        <p:spPr>
          <a:xfrm>
            <a:off x="3180682" y="1370400"/>
            <a:ext cx="18534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07" name="Google Shape;107;p14"/>
          <p:cNvSpPr txBox="1"/>
          <p:nvPr>
            <p:ph hasCustomPrompt="1" idx="15" type="title"/>
          </p:nvPr>
        </p:nvSpPr>
        <p:spPr>
          <a:xfrm>
            <a:off x="3233530" y="3141774"/>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pic>
        <p:nvPicPr>
          <p:cNvPr id="108" name="Google Shape;108;p14"/>
          <p:cNvPicPr preferRelativeResize="0"/>
          <p:nvPr/>
        </p:nvPicPr>
        <p:blipFill>
          <a:blip r:embed="rId2">
            <a:alphaModFix/>
          </a:blip>
          <a:stretch>
            <a:fillRect/>
          </a:stretch>
        </p:blipFill>
        <p:spPr>
          <a:xfrm rot="10800000">
            <a:off x="5341276" y="2195283"/>
            <a:ext cx="3802725" cy="3431200"/>
          </a:xfrm>
          <a:prstGeom prst="rect">
            <a:avLst/>
          </a:prstGeom>
          <a:noFill/>
          <a:ln>
            <a:noFill/>
          </a:ln>
        </p:spPr>
      </p:pic>
      <p:pic>
        <p:nvPicPr>
          <p:cNvPr id="109" name="Google Shape;109;p14"/>
          <p:cNvPicPr preferRelativeResize="0"/>
          <p:nvPr/>
        </p:nvPicPr>
        <p:blipFill>
          <a:blip r:embed="rId2">
            <a:alphaModFix/>
          </a:blip>
          <a:stretch>
            <a:fillRect/>
          </a:stretch>
        </p:blipFill>
        <p:spPr>
          <a:xfrm flipH="1">
            <a:off x="5341276" y="-482985"/>
            <a:ext cx="3802725" cy="3431200"/>
          </a:xfrm>
          <a:prstGeom prst="rect">
            <a:avLst/>
          </a:prstGeom>
          <a:noFill/>
          <a:ln>
            <a:noFill/>
          </a:ln>
        </p:spPr>
      </p:pic>
      <p:sp>
        <p:nvSpPr>
          <p:cNvPr id="110" name="Google Shape;110;p14"/>
          <p:cNvSpPr/>
          <p:nvPr/>
        </p:nvSpPr>
        <p:spPr>
          <a:xfrm>
            <a:off x="3042082" y="1263875"/>
            <a:ext cx="2130600" cy="16611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a:off x="581586" y="3037375"/>
            <a:ext cx="2130600" cy="16611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p:nvPr/>
        </p:nvSpPr>
        <p:spPr>
          <a:xfrm>
            <a:off x="579457" y="1263875"/>
            <a:ext cx="2130600" cy="16611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p:nvPr/>
        </p:nvSpPr>
        <p:spPr>
          <a:xfrm>
            <a:off x="3045130" y="3037375"/>
            <a:ext cx="2130600" cy="16611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8">
    <p:spTree>
      <p:nvGrpSpPr>
        <p:cNvPr id="114" name="Shape 114"/>
        <p:cNvGrpSpPr/>
        <p:nvPr/>
      </p:nvGrpSpPr>
      <p:grpSpPr>
        <a:xfrm>
          <a:off x="0" y="0"/>
          <a:ext cx="0" cy="0"/>
          <a:chOff x="0" y="0"/>
          <a:chExt cx="0" cy="0"/>
        </a:xfrm>
      </p:grpSpPr>
      <p:sp>
        <p:nvSpPr>
          <p:cNvPr id="115" name="Google Shape;115;p15"/>
          <p:cNvSpPr txBox="1"/>
          <p:nvPr>
            <p:ph idx="1" type="subTitle"/>
          </p:nvPr>
        </p:nvSpPr>
        <p:spPr>
          <a:xfrm>
            <a:off x="2722955" y="3329200"/>
            <a:ext cx="36981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Font typeface="Arial"/>
              <a:buChar char="-"/>
              <a:defRPr sz="1600"/>
            </a:lvl1pPr>
            <a:lvl2pPr lvl="1" rtl="0" algn="ctr">
              <a:lnSpc>
                <a:spcPct val="100000"/>
              </a:lnSpc>
              <a:spcBef>
                <a:spcPts val="0"/>
              </a:spcBef>
              <a:spcAft>
                <a:spcPts val="0"/>
              </a:spcAft>
              <a:buClr>
                <a:schemeClr val="dk1"/>
              </a:buClr>
              <a:buSzPts val="1400"/>
              <a:buFont typeface="Arial"/>
              <a:buChar char="-"/>
              <a:defRPr sz="1000"/>
            </a:lvl2pPr>
            <a:lvl3pPr lvl="2" rtl="0" algn="ctr">
              <a:lnSpc>
                <a:spcPct val="100000"/>
              </a:lnSpc>
              <a:spcBef>
                <a:spcPts val="0"/>
              </a:spcBef>
              <a:spcAft>
                <a:spcPts val="0"/>
              </a:spcAft>
              <a:buClr>
                <a:schemeClr val="dk1"/>
              </a:buClr>
              <a:buSzPts val="1400"/>
              <a:buFont typeface="Arial"/>
              <a:buChar char="-"/>
              <a:defRPr sz="1000"/>
            </a:lvl3pPr>
            <a:lvl4pPr lvl="3" rtl="0" algn="ctr">
              <a:lnSpc>
                <a:spcPct val="100000"/>
              </a:lnSpc>
              <a:spcBef>
                <a:spcPts val="0"/>
              </a:spcBef>
              <a:spcAft>
                <a:spcPts val="0"/>
              </a:spcAft>
              <a:buClr>
                <a:schemeClr val="dk1"/>
              </a:buClr>
              <a:buSzPts val="1400"/>
              <a:buFont typeface="Arial"/>
              <a:buChar char="-"/>
              <a:defRPr sz="1000"/>
            </a:lvl4pPr>
            <a:lvl5pPr lvl="4" rtl="0" algn="ctr">
              <a:lnSpc>
                <a:spcPct val="100000"/>
              </a:lnSpc>
              <a:spcBef>
                <a:spcPts val="0"/>
              </a:spcBef>
              <a:spcAft>
                <a:spcPts val="0"/>
              </a:spcAft>
              <a:buClr>
                <a:schemeClr val="dk1"/>
              </a:buClr>
              <a:buSzPts val="1400"/>
              <a:buFont typeface="Arial"/>
              <a:buChar char="-"/>
              <a:defRPr sz="1000"/>
            </a:lvl5pPr>
            <a:lvl6pPr lvl="5" rtl="0" algn="ctr">
              <a:lnSpc>
                <a:spcPct val="100000"/>
              </a:lnSpc>
              <a:spcBef>
                <a:spcPts val="0"/>
              </a:spcBef>
              <a:spcAft>
                <a:spcPts val="0"/>
              </a:spcAft>
              <a:buClr>
                <a:schemeClr val="dk1"/>
              </a:buClr>
              <a:buSzPts val="1400"/>
              <a:buFont typeface="Arial"/>
              <a:buChar char="-"/>
              <a:defRPr sz="1000"/>
            </a:lvl6pPr>
            <a:lvl7pPr lvl="6" rtl="0" algn="ctr">
              <a:lnSpc>
                <a:spcPct val="100000"/>
              </a:lnSpc>
              <a:spcBef>
                <a:spcPts val="0"/>
              </a:spcBef>
              <a:spcAft>
                <a:spcPts val="0"/>
              </a:spcAft>
              <a:buClr>
                <a:schemeClr val="dk1"/>
              </a:buClr>
              <a:buSzPts val="1400"/>
              <a:buFont typeface="Arial"/>
              <a:buChar char="-"/>
              <a:defRPr sz="1000"/>
            </a:lvl7pPr>
            <a:lvl8pPr lvl="7" rtl="0" algn="ctr">
              <a:lnSpc>
                <a:spcPct val="100000"/>
              </a:lnSpc>
              <a:spcBef>
                <a:spcPts val="0"/>
              </a:spcBef>
              <a:spcAft>
                <a:spcPts val="0"/>
              </a:spcAft>
              <a:buClr>
                <a:schemeClr val="dk1"/>
              </a:buClr>
              <a:buSzPts val="1400"/>
              <a:buFont typeface="Arial"/>
              <a:buChar char="-"/>
              <a:defRPr sz="1000"/>
            </a:lvl8pPr>
            <a:lvl9pPr lvl="8" rtl="0" algn="ctr">
              <a:lnSpc>
                <a:spcPct val="100000"/>
              </a:lnSpc>
              <a:spcBef>
                <a:spcPts val="0"/>
              </a:spcBef>
              <a:spcAft>
                <a:spcPts val="0"/>
              </a:spcAft>
              <a:buClr>
                <a:schemeClr val="dk1"/>
              </a:buClr>
              <a:buSzPts val="1400"/>
              <a:buFont typeface="Arial"/>
              <a:buChar char="-"/>
              <a:defRPr sz="1000"/>
            </a:lvl9pPr>
          </a:lstStyle>
          <a:p/>
        </p:txBody>
      </p:sp>
      <p:sp>
        <p:nvSpPr>
          <p:cNvPr id="116" name="Google Shape;116;p15"/>
          <p:cNvSpPr txBox="1"/>
          <p:nvPr>
            <p:ph type="ctrTitle"/>
          </p:nvPr>
        </p:nvSpPr>
        <p:spPr>
          <a:xfrm>
            <a:off x="1710150" y="1328125"/>
            <a:ext cx="5723700" cy="1864500"/>
          </a:xfrm>
          <a:prstGeom prst="rect">
            <a:avLst/>
          </a:prstGeom>
        </p:spPr>
        <p:txBody>
          <a:bodyPr anchorCtr="0" anchor="ctr" bIns="91425" lIns="91425" spcFirstLastPara="1" rIns="91425" wrap="square" tIns="91425">
            <a:noAutofit/>
          </a:bodyPr>
          <a:lstStyle>
            <a:lvl1pPr lvl="0" rtl="0" algn="ctr">
              <a:spcBef>
                <a:spcPts val="3400"/>
              </a:spcBef>
              <a:spcAft>
                <a:spcPts val="0"/>
              </a:spcAft>
              <a:buSzPts val="3600"/>
              <a:buNone/>
              <a:defRPr sz="24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pic>
        <p:nvPicPr>
          <p:cNvPr id="117" name="Google Shape;117;p15"/>
          <p:cNvPicPr preferRelativeResize="0"/>
          <p:nvPr/>
        </p:nvPicPr>
        <p:blipFill>
          <a:blip r:embed="rId2">
            <a:alphaModFix/>
          </a:blip>
          <a:stretch>
            <a:fillRect/>
          </a:stretch>
        </p:blipFill>
        <p:spPr>
          <a:xfrm>
            <a:off x="-1079774" y="-405667"/>
            <a:ext cx="3802725" cy="3431200"/>
          </a:xfrm>
          <a:prstGeom prst="rect">
            <a:avLst/>
          </a:prstGeom>
          <a:noFill/>
          <a:ln>
            <a:noFill/>
          </a:ln>
        </p:spPr>
      </p:pic>
      <p:pic>
        <p:nvPicPr>
          <p:cNvPr id="118" name="Google Shape;118;p15"/>
          <p:cNvPicPr preferRelativeResize="0"/>
          <p:nvPr/>
        </p:nvPicPr>
        <p:blipFill>
          <a:blip r:embed="rId2">
            <a:alphaModFix/>
          </a:blip>
          <a:stretch>
            <a:fillRect/>
          </a:stretch>
        </p:blipFill>
        <p:spPr>
          <a:xfrm rot="10800000">
            <a:off x="5988976" y="2112358"/>
            <a:ext cx="3802725" cy="34312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CUSTOM_32">
    <p:spTree>
      <p:nvGrpSpPr>
        <p:cNvPr id="119" name="Shape 119"/>
        <p:cNvGrpSpPr/>
        <p:nvPr/>
      </p:nvGrpSpPr>
      <p:grpSpPr>
        <a:xfrm>
          <a:off x="0" y="0"/>
          <a:ext cx="0" cy="0"/>
          <a:chOff x="0" y="0"/>
          <a:chExt cx="0" cy="0"/>
        </a:xfrm>
      </p:grpSpPr>
      <p:sp>
        <p:nvSpPr>
          <p:cNvPr id="120" name="Google Shape;120;p16"/>
          <p:cNvSpPr txBox="1"/>
          <p:nvPr>
            <p:ph idx="1" type="subTitle"/>
          </p:nvPr>
        </p:nvSpPr>
        <p:spPr>
          <a:xfrm>
            <a:off x="4511650" y="3131900"/>
            <a:ext cx="3717900" cy="367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1400"/>
              <a:buFont typeface="Arial"/>
              <a:buChar char="-"/>
              <a:defRPr sz="1600"/>
            </a:lvl1pPr>
            <a:lvl2pPr lvl="1" rtl="0" algn="ctr">
              <a:lnSpc>
                <a:spcPct val="100000"/>
              </a:lnSpc>
              <a:spcBef>
                <a:spcPts val="0"/>
              </a:spcBef>
              <a:spcAft>
                <a:spcPts val="0"/>
              </a:spcAft>
              <a:buClr>
                <a:schemeClr val="dk1"/>
              </a:buClr>
              <a:buSzPts val="1400"/>
              <a:buFont typeface="Arial"/>
              <a:buChar char="-"/>
              <a:defRPr sz="1000"/>
            </a:lvl2pPr>
            <a:lvl3pPr lvl="2" rtl="0" algn="ctr">
              <a:lnSpc>
                <a:spcPct val="100000"/>
              </a:lnSpc>
              <a:spcBef>
                <a:spcPts val="0"/>
              </a:spcBef>
              <a:spcAft>
                <a:spcPts val="0"/>
              </a:spcAft>
              <a:buClr>
                <a:schemeClr val="dk1"/>
              </a:buClr>
              <a:buSzPts val="1400"/>
              <a:buFont typeface="Arial"/>
              <a:buChar char="-"/>
              <a:defRPr sz="1000"/>
            </a:lvl3pPr>
            <a:lvl4pPr lvl="3" rtl="0" algn="ctr">
              <a:lnSpc>
                <a:spcPct val="100000"/>
              </a:lnSpc>
              <a:spcBef>
                <a:spcPts val="0"/>
              </a:spcBef>
              <a:spcAft>
                <a:spcPts val="0"/>
              </a:spcAft>
              <a:buClr>
                <a:schemeClr val="dk1"/>
              </a:buClr>
              <a:buSzPts val="1400"/>
              <a:buFont typeface="Arial"/>
              <a:buChar char="-"/>
              <a:defRPr sz="1000"/>
            </a:lvl4pPr>
            <a:lvl5pPr lvl="4" rtl="0" algn="ctr">
              <a:lnSpc>
                <a:spcPct val="100000"/>
              </a:lnSpc>
              <a:spcBef>
                <a:spcPts val="0"/>
              </a:spcBef>
              <a:spcAft>
                <a:spcPts val="0"/>
              </a:spcAft>
              <a:buClr>
                <a:schemeClr val="dk1"/>
              </a:buClr>
              <a:buSzPts val="1400"/>
              <a:buFont typeface="Arial"/>
              <a:buChar char="-"/>
              <a:defRPr sz="1000"/>
            </a:lvl5pPr>
            <a:lvl6pPr lvl="5" rtl="0" algn="ctr">
              <a:lnSpc>
                <a:spcPct val="100000"/>
              </a:lnSpc>
              <a:spcBef>
                <a:spcPts val="0"/>
              </a:spcBef>
              <a:spcAft>
                <a:spcPts val="0"/>
              </a:spcAft>
              <a:buClr>
                <a:schemeClr val="dk1"/>
              </a:buClr>
              <a:buSzPts val="1400"/>
              <a:buFont typeface="Arial"/>
              <a:buChar char="-"/>
              <a:defRPr sz="1000"/>
            </a:lvl6pPr>
            <a:lvl7pPr lvl="6" rtl="0" algn="ctr">
              <a:lnSpc>
                <a:spcPct val="100000"/>
              </a:lnSpc>
              <a:spcBef>
                <a:spcPts val="0"/>
              </a:spcBef>
              <a:spcAft>
                <a:spcPts val="0"/>
              </a:spcAft>
              <a:buClr>
                <a:schemeClr val="dk1"/>
              </a:buClr>
              <a:buSzPts val="1400"/>
              <a:buFont typeface="Arial"/>
              <a:buChar char="-"/>
              <a:defRPr sz="1000"/>
            </a:lvl7pPr>
            <a:lvl8pPr lvl="7" rtl="0" algn="ctr">
              <a:lnSpc>
                <a:spcPct val="100000"/>
              </a:lnSpc>
              <a:spcBef>
                <a:spcPts val="0"/>
              </a:spcBef>
              <a:spcAft>
                <a:spcPts val="0"/>
              </a:spcAft>
              <a:buClr>
                <a:schemeClr val="dk1"/>
              </a:buClr>
              <a:buSzPts val="1400"/>
              <a:buFont typeface="Arial"/>
              <a:buChar char="-"/>
              <a:defRPr sz="1000"/>
            </a:lvl8pPr>
            <a:lvl9pPr lvl="8" rtl="0" algn="ctr">
              <a:lnSpc>
                <a:spcPct val="100000"/>
              </a:lnSpc>
              <a:spcBef>
                <a:spcPts val="0"/>
              </a:spcBef>
              <a:spcAft>
                <a:spcPts val="0"/>
              </a:spcAft>
              <a:buClr>
                <a:schemeClr val="dk1"/>
              </a:buClr>
              <a:buSzPts val="1400"/>
              <a:buFont typeface="Arial"/>
              <a:buChar char="-"/>
              <a:defRPr sz="1000"/>
            </a:lvl9pPr>
          </a:lstStyle>
          <a:p/>
        </p:txBody>
      </p:sp>
      <p:sp>
        <p:nvSpPr>
          <p:cNvPr id="121" name="Google Shape;121;p16"/>
          <p:cNvSpPr txBox="1"/>
          <p:nvPr>
            <p:ph type="ctrTitle"/>
          </p:nvPr>
        </p:nvSpPr>
        <p:spPr>
          <a:xfrm>
            <a:off x="4511650" y="1054625"/>
            <a:ext cx="3717900" cy="1864500"/>
          </a:xfrm>
          <a:prstGeom prst="rect">
            <a:avLst/>
          </a:prstGeom>
        </p:spPr>
        <p:txBody>
          <a:bodyPr anchorCtr="0" anchor="ctr" bIns="91425" lIns="91425" spcFirstLastPara="1" rIns="91425" wrap="square" tIns="91425">
            <a:noAutofit/>
          </a:bodyPr>
          <a:lstStyle>
            <a:lvl1pPr lvl="0" rtl="0" algn="r">
              <a:spcBef>
                <a:spcPts val="3400"/>
              </a:spcBef>
              <a:spcAft>
                <a:spcPts val="0"/>
              </a:spcAft>
              <a:buSzPts val="3600"/>
              <a:buNone/>
              <a:defRPr sz="24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pic>
        <p:nvPicPr>
          <p:cNvPr id="122" name="Google Shape;122;p16"/>
          <p:cNvPicPr preferRelativeResize="0"/>
          <p:nvPr/>
        </p:nvPicPr>
        <p:blipFill>
          <a:blip r:embed="rId2">
            <a:alphaModFix/>
          </a:blip>
          <a:stretch>
            <a:fillRect/>
          </a:stretch>
        </p:blipFill>
        <p:spPr>
          <a:xfrm>
            <a:off x="16176" y="-501681"/>
            <a:ext cx="3802725" cy="3431200"/>
          </a:xfrm>
          <a:prstGeom prst="rect">
            <a:avLst/>
          </a:prstGeom>
          <a:noFill/>
          <a:ln>
            <a:noFill/>
          </a:ln>
        </p:spPr>
      </p:pic>
      <p:pic>
        <p:nvPicPr>
          <p:cNvPr id="123" name="Google Shape;123;p16"/>
          <p:cNvPicPr preferRelativeResize="0"/>
          <p:nvPr/>
        </p:nvPicPr>
        <p:blipFill>
          <a:blip r:embed="rId2">
            <a:alphaModFix/>
          </a:blip>
          <a:stretch>
            <a:fillRect/>
          </a:stretch>
        </p:blipFill>
        <p:spPr>
          <a:xfrm flipH="1" rot="10800000">
            <a:off x="10" y="2213744"/>
            <a:ext cx="3802725" cy="34312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
    <p:spTree>
      <p:nvGrpSpPr>
        <p:cNvPr id="124" name="Shape 124"/>
        <p:cNvGrpSpPr/>
        <p:nvPr/>
      </p:nvGrpSpPr>
      <p:grpSpPr>
        <a:xfrm>
          <a:off x="0" y="0"/>
          <a:ext cx="0" cy="0"/>
          <a:chOff x="0" y="0"/>
          <a:chExt cx="0" cy="0"/>
        </a:xfrm>
      </p:grpSpPr>
      <p:pic>
        <p:nvPicPr>
          <p:cNvPr id="125" name="Google Shape;125;p17"/>
          <p:cNvPicPr preferRelativeResize="0"/>
          <p:nvPr/>
        </p:nvPicPr>
        <p:blipFill>
          <a:blip r:embed="rId2">
            <a:alphaModFix/>
          </a:blip>
          <a:stretch>
            <a:fillRect/>
          </a:stretch>
        </p:blipFill>
        <p:spPr>
          <a:xfrm>
            <a:off x="16176" y="-501681"/>
            <a:ext cx="3802725" cy="3431200"/>
          </a:xfrm>
          <a:prstGeom prst="rect">
            <a:avLst/>
          </a:prstGeom>
          <a:noFill/>
          <a:ln>
            <a:noFill/>
          </a:ln>
        </p:spPr>
      </p:pic>
      <p:pic>
        <p:nvPicPr>
          <p:cNvPr id="126" name="Google Shape;126;p17"/>
          <p:cNvPicPr preferRelativeResize="0"/>
          <p:nvPr/>
        </p:nvPicPr>
        <p:blipFill>
          <a:blip r:embed="rId2">
            <a:alphaModFix/>
          </a:blip>
          <a:stretch>
            <a:fillRect/>
          </a:stretch>
        </p:blipFill>
        <p:spPr>
          <a:xfrm flipH="1" rot="10800000">
            <a:off x="10" y="2213744"/>
            <a:ext cx="3802725" cy="3431200"/>
          </a:xfrm>
          <a:prstGeom prst="rect">
            <a:avLst/>
          </a:prstGeom>
          <a:noFill/>
          <a:ln>
            <a:noFill/>
          </a:ln>
        </p:spPr>
      </p:pic>
      <p:pic>
        <p:nvPicPr>
          <p:cNvPr id="127" name="Google Shape;127;p17"/>
          <p:cNvPicPr preferRelativeResize="0"/>
          <p:nvPr/>
        </p:nvPicPr>
        <p:blipFill>
          <a:blip r:embed="rId2">
            <a:alphaModFix/>
          </a:blip>
          <a:stretch>
            <a:fillRect/>
          </a:stretch>
        </p:blipFill>
        <p:spPr>
          <a:xfrm flipH="1">
            <a:off x="5325110" y="-501568"/>
            <a:ext cx="3802725" cy="3431200"/>
          </a:xfrm>
          <a:prstGeom prst="rect">
            <a:avLst/>
          </a:prstGeom>
          <a:noFill/>
          <a:ln>
            <a:noFill/>
          </a:ln>
        </p:spPr>
      </p:pic>
      <p:pic>
        <p:nvPicPr>
          <p:cNvPr id="128" name="Google Shape;128;p17"/>
          <p:cNvPicPr preferRelativeResize="0"/>
          <p:nvPr/>
        </p:nvPicPr>
        <p:blipFill>
          <a:blip r:embed="rId2">
            <a:alphaModFix/>
          </a:blip>
          <a:stretch>
            <a:fillRect/>
          </a:stretch>
        </p:blipFill>
        <p:spPr>
          <a:xfrm rot="10800000">
            <a:off x="5341276" y="2213857"/>
            <a:ext cx="3802725" cy="3431200"/>
          </a:xfrm>
          <a:prstGeom prst="rect">
            <a:avLst/>
          </a:prstGeom>
          <a:noFill/>
          <a:ln>
            <a:noFill/>
          </a:ln>
        </p:spPr>
      </p:pic>
      <p:sp>
        <p:nvSpPr>
          <p:cNvPr id="129" name="Google Shape;129;p17"/>
          <p:cNvSpPr txBox="1"/>
          <p:nvPr>
            <p:ph type="ctrTitle"/>
          </p:nvPr>
        </p:nvSpPr>
        <p:spPr>
          <a:xfrm>
            <a:off x="2422500" y="2348625"/>
            <a:ext cx="4299000" cy="664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30" name="Google Shape;130;p17"/>
          <p:cNvSpPr txBox="1"/>
          <p:nvPr>
            <p:ph hasCustomPrompt="1" idx="2" type="title"/>
          </p:nvPr>
        </p:nvSpPr>
        <p:spPr>
          <a:xfrm>
            <a:off x="2422500" y="1296000"/>
            <a:ext cx="4299000" cy="1098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0000"/>
              <a:buNone/>
              <a:defRPr sz="10000"/>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31" name="Google Shape;131;p17"/>
          <p:cNvSpPr txBox="1"/>
          <p:nvPr>
            <p:ph idx="1" type="subTitle"/>
          </p:nvPr>
        </p:nvSpPr>
        <p:spPr>
          <a:xfrm>
            <a:off x="2422500" y="2893425"/>
            <a:ext cx="42990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2">
    <p:spTree>
      <p:nvGrpSpPr>
        <p:cNvPr id="132" name="Shape 132"/>
        <p:cNvGrpSpPr/>
        <p:nvPr/>
      </p:nvGrpSpPr>
      <p:grpSpPr>
        <a:xfrm>
          <a:off x="0" y="0"/>
          <a:ext cx="0" cy="0"/>
          <a:chOff x="0" y="0"/>
          <a:chExt cx="0" cy="0"/>
        </a:xfrm>
      </p:grpSpPr>
      <p:sp>
        <p:nvSpPr>
          <p:cNvPr id="133" name="Google Shape;133;p18"/>
          <p:cNvSpPr txBox="1"/>
          <p:nvPr>
            <p:ph idx="1" type="subTitle"/>
          </p:nvPr>
        </p:nvSpPr>
        <p:spPr>
          <a:xfrm>
            <a:off x="3143300" y="1928850"/>
            <a:ext cx="2857500" cy="51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134" name="Google Shape;134;p18"/>
          <p:cNvSpPr txBox="1"/>
          <p:nvPr>
            <p:ph type="ctrTitle"/>
          </p:nvPr>
        </p:nvSpPr>
        <p:spPr>
          <a:xfrm flipH="1">
            <a:off x="2876000" y="709650"/>
            <a:ext cx="3392100" cy="8382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4800"/>
              <a:buNone/>
              <a:defRPr sz="9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pic>
        <p:nvPicPr>
          <p:cNvPr id="135" name="Google Shape;135;p18"/>
          <p:cNvPicPr preferRelativeResize="0"/>
          <p:nvPr/>
        </p:nvPicPr>
        <p:blipFill>
          <a:blip r:embed="rId2">
            <a:alphaModFix/>
          </a:blip>
          <a:stretch>
            <a:fillRect/>
          </a:stretch>
        </p:blipFill>
        <p:spPr>
          <a:xfrm flipH="1">
            <a:off x="5341288" y="2866980"/>
            <a:ext cx="3802725" cy="3431200"/>
          </a:xfrm>
          <a:prstGeom prst="rect">
            <a:avLst/>
          </a:prstGeom>
          <a:noFill/>
          <a:ln>
            <a:noFill/>
          </a:ln>
        </p:spPr>
      </p:pic>
      <p:pic>
        <p:nvPicPr>
          <p:cNvPr id="136" name="Google Shape;136;p18"/>
          <p:cNvPicPr preferRelativeResize="0"/>
          <p:nvPr/>
        </p:nvPicPr>
        <p:blipFill>
          <a:blip r:embed="rId2">
            <a:alphaModFix/>
          </a:blip>
          <a:stretch>
            <a:fillRect/>
          </a:stretch>
        </p:blipFill>
        <p:spPr>
          <a:xfrm>
            <a:off x="-12" y="2868654"/>
            <a:ext cx="3802725" cy="34312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
    <p:spTree>
      <p:nvGrpSpPr>
        <p:cNvPr id="137" name="Shape 137"/>
        <p:cNvGrpSpPr/>
        <p:nvPr/>
      </p:nvGrpSpPr>
      <p:grpSpPr>
        <a:xfrm>
          <a:off x="0" y="0"/>
          <a:ext cx="0" cy="0"/>
          <a:chOff x="0" y="0"/>
          <a:chExt cx="0" cy="0"/>
        </a:xfrm>
      </p:grpSpPr>
      <p:pic>
        <p:nvPicPr>
          <p:cNvPr id="138" name="Google Shape;138;p19"/>
          <p:cNvPicPr preferRelativeResize="0"/>
          <p:nvPr/>
        </p:nvPicPr>
        <p:blipFill>
          <a:blip r:embed="rId2">
            <a:alphaModFix/>
          </a:blip>
          <a:stretch>
            <a:fillRect/>
          </a:stretch>
        </p:blipFill>
        <p:spPr>
          <a:xfrm rot="10800000">
            <a:off x="3421663" y="3648350"/>
            <a:ext cx="2300675" cy="2075900"/>
          </a:xfrm>
          <a:prstGeom prst="rect">
            <a:avLst/>
          </a:prstGeom>
          <a:noFill/>
          <a:ln>
            <a:noFill/>
          </a:ln>
        </p:spPr>
      </p:pic>
      <p:pic>
        <p:nvPicPr>
          <p:cNvPr id="139" name="Google Shape;139;p19"/>
          <p:cNvPicPr preferRelativeResize="0"/>
          <p:nvPr/>
        </p:nvPicPr>
        <p:blipFill>
          <a:blip r:embed="rId2">
            <a:alphaModFix/>
          </a:blip>
          <a:stretch>
            <a:fillRect/>
          </a:stretch>
        </p:blipFill>
        <p:spPr>
          <a:xfrm>
            <a:off x="3421663" y="-580750"/>
            <a:ext cx="2300675" cy="2075900"/>
          </a:xfrm>
          <a:prstGeom prst="rect">
            <a:avLst/>
          </a:prstGeom>
          <a:noFill/>
          <a:ln>
            <a:noFill/>
          </a:ln>
        </p:spPr>
      </p:pic>
      <p:sp>
        <p:nvSpPr>
          <p:cNvPr id="140" name="Google Shape;140;p19"/>
          <p:cNvSpPr txBox="1"/>
          <p:nvPr>
            <p:ph type="ctrTitle"/>
          </p:nvPr>
        </p:nvSpPr>
        <p:spPr>
          <a:xfrm flipH="1">
            <a:off x="2359650" y="1400650"/>
            <a:ext cx="4424700" cy="93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41" name="Google Shape;141;p19"/>
          <p:cNvSpPr txBox="1"/>
          <p:nvPr>
            <p:ph idx="1" type="subTitle"/>
          </p:nvPr>
        </p:nvSpPr>
        <p:spPr>
          <a:xfrm>
            <a:off x="2378700" y="2530005"/>
            <a:ext cx="4386600" cy="93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300"/>
              <a:buNone/>
              <a:defRPr sz="1400"/>
            </a:lvl1pPr>
            <a:lvl2pPr lvl="1" rtl="0" algn="ctr">
              <a:lnSpc>
                <a:spcPct val="100000"/>
              </a:lnSpc>
              <a:spcBef>
                <a:spcPts val="0"/>
              </a:spcBef>
              <a:spcAft>
                <a:spcPts val="0"/>
              </a:spcAft>
              <a:buSzPts val="1300"/>
              <a:buNone/>
              <a:defRPr sz="1300"/>
            </a:lvl2pPr>
            <a:lvl3pPr lvl="2" rtl="0" algn="ctr">
              <a:lnSpc>
                <a:spcPct val="100000"/>
              </a:lnSpc>
              <a:spcBef>
                <a:spcPts val="0"/>
              </a:spcBef>
              <a:spcAft>
                <a:spcPts val="0"/>
              </a:spcAft>
              <a:buSzPts val="1300"/>
              <a:buNone/>
              <a:defRPr sz="1300"/>
            </a:lvl3pPr>
            <a:lvl4pPr lvl="3" rtl="0" algn="ctr">
              <a:lnSpc>
                <a:spcPct val="100000"/>
              </a:lnSpc>
              <a:spcBef>
                <a:spcPts val="0"/>
              </a:spcBef>
              <a:spcAft>
                <a:spcPts val="0"/>
              </a:spcAft>
              <a:buSzPts val="1300"/>
              <a:buNone/>
              <a:defRPr sz="1300"/>
            </a:lvl4pPr>
            <a:lvl5pPr lvl="4" rtl="0" algn="ctr">
              <a:lnSpc>
                <a:spcPct val="100000"/>
              </a:lnSpc>
              <a:spcBef>
                <a:spcPts val="0"/>
              </a:spcBef>
              <a:spcAft>
                <a:spcPts val="0"/>
              </a:spcAft>
              <a:buSzPts val="1300"/>
              <a:buNone/>
              <a:defRPr sz="1300"/>
            </a:lvl5pPr>
            <a:lvl6pPr lvl="5" rtl="0" algn="ctr">
              <a:lnSpc>
                <a:spcPct val="100000"/>
              </a:lnSpc>
              <a:spcBef>
                <a:spcPts val="0"/>
              </a:spcBef>
              <a:spcAft>
                <a:spcPts val="0"/>
              </a:spcAft>
              <a:buSzPts val="1300"/>
              <a:buNone/>
              <a:defRPr sz="1300"/>
            </a:lvl6pPr>
            <a:lvl7pPr lvl="6" rtl="0" algn="ctr">
              <a:lnSpc>
                <a:spcPct val="100000"/>
              </a:lnSpc>
              <a:spcBef>
                <a:spcPts val="0"/>
              </a:spcBef>
              <a:spcAft>
                <a:spcPts val="0"/>
              </a:spcAft>
              <a:buSzPts val="1300"/>
              <a:buNone/>
              <a:defRPr sz="1300"/>
            </a:lvl7pPr>
            <a:lvl8pPr lvl="7" rtl="0" algn="ctr">
              <a:lnSpc>
                <a:spcPct val="100000"/>
              </a:lnSpc>
              <a:spcBef>
                <a:spcPts val="0"/>
              </a:spcBef>
              <a:spcAft>
                <a:spcPts val="0"/>
              </a:spcAft>
              <a:buSzPts val="1300"/>
              <a:buNone/>
              <a:defRPr sz="1300"/>
            </a:lvl8pPr>
            <a:lvl9pPr lvl="8" rtl="0" algn="ctr">
              <a:lnSpc>
                <a:spcPct val="100000"/>
              </a:lnSpc>
              <a:spcBef>
                <a:spcPts val="0"/>
              </a:spcBef>
              <a:spcAft>
                <a:spcPts val="0"/>
              </a:spcAft>
              <a:buSzPts val="1300"/>
              <a:buNone/>
              <a:defRPr sz="13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9">
    <p:spTree>
      <p:nvGrpSpPr>
        <p:cNvPr id="142" name="Shape 142"/>
        <p:cNvGrpSpPr/>
        <p:nvPr/>
      </p:nvGrpSpPr>
      <p:grpSpPr>
        <a:xfrm>
          <a:off x="0" y="0"/>
          <a:ext cx="0" cy="0"/>
          <a:chOff x="0" y="0"/>
          <a:chExt cx="0" cy="0"/>
        </a:xfrm>
      </p:grpSpPr>
      <p:sp>
        <p:nvSpPr>
          <p:cNvPr id="143" name="Google Shape;143;p20"/>
          <p:cNvSpPr txBox="1"/>
          <p:nvPr>
            <p:ph idx="1" type="subTitle"/>
          </p:nvPr>
        </p:nvSpPr>
        <p:spPr>
          <a:xfrm>
            <a:off x="1398700" y="2910300"/>
            <a:ext cx="3486000" cy="174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4" name="Google Shape;144;p20"/>
          <p:cNvSpPr txBox="1"/>
          <p:nvPr>
            <p:ph type="ctrTitle"/>
          </p:nvPr>
        </p:nvSpPr>
        <p:spPr>
          <a:xfrm flipH="1">
            <a:off x="1372450" y="1886100"/>
            <a:ext cx="3486000" cy="670500"/>
          </a:xfrm>
          <a:prstGeom prst="rect">
            <a:avLst/>
          </a:prstGeom>
        </p:spPr>
        <p:txBody>
          <a:bodyPr anchorCtr="0" anchor="b" bIns="91425" lIns="91425" spcFirstLastPara="1" rIns="91425" wrap="square" tIns="91425">
            <a:noAutofit/>
          </a:bodyPr>
          <a:lstStyle>
            <a:lvl1pPr lvl="0" rtl="0" algn="l">
              <a:spcBef>
                <a:spcPts val="0"/>
              </a:spcBef>
              <a:spcAft>
                <a:spcPts val="0"/>
              </a:spcAft>
              <a:buClr>
                <a:srgbClr val="FFFFFF"/>
              </a:buClr>
              <a:buSzPts val="4800"/>
              <a:buNone/>
              <a:defRPr sz="50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145" name="Google Shape;145;p20"/>
          <p:cNvPicPr preferRelativeResize="0"/>
          <p:nvPr/>
        </p:nvPicPr>
        <p:blipFill>
          <a:blip r:embed="rId2">
            <a:alphaModFix/>
          </a:blip>
          <a:stretch>
            <a:fillRect/>
          </a:stretch>
        </p:blipFill>
        <p:spPr>
          <a:xfrm rot="10800000">
            <a:off x="5334325" y="1725475"/>
            <a:ext cx="3802725" cy="34312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0">
    <p:spTree>
      <p:nvGrpSpPr>
        <p:cNvPr id="146" name="Shape 146"/>
        <p:cNvGrpSpPr/>
        <p:nvPr/>
      </p:nvGrpSpPr>
      <p:grpSpPr>
        <a:xfrm>
          <a:off x="0" y="0"/>
          <a:ext cx="0" cy="0"/>
          <a:chOff x="0" y="0"/>
          <a:chExt cx="0" cy="0"/>
        </a:xfrm>
      </p:grpSpPr>
      <p:sp>
        <p:nvSpPr>
          <p:cNvPr id="147" name="Google Shape;147;p21"/>
          <p:cNvSpPr txBox="1"/>
          <p:nvPr>
            <p:ph type="ctrTitle"/>
          </p:nvPr>
        </p:nvSpPr>
        <p:spPr>
          <a:xfrm>
            <a:off x="5225420" y="1852550"/>
            <a:ext cx="2965200" cy="670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600"/>
              <a:buNone/>
              <a:defRPr sz="3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48" name="Google Shape;148;p21"/>
          <p:cNvSpPr txBox="1"/>
          <p:nvPr>
            <p:ph idx="1" type="subTitle"/>
          </p:nvPr>
        </p:nvSpPr>
        <p:spPr>
          <a:xfrm>
            <a:off x="5242550" y="2648825"/>
            <a:ext cx="2930700" cy="1226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pic>
        <p:nvPicPr>
          <p:cNvPr id="149" name="Google Shape;149;p21"/>
          <p:cNvPicPr preferRelativeResize="0"/>
          <p:nvPr/>
        </p:nvPicPr>
        <p:blipFill>
          <a:blip r:embed="rId2">
            <a:alphaModFix/>
          </a:blip>
          <a:stretch>
            <a:fillRect/>
          </a:stretch>
        </p:blipFill>
        <p:spPr>
          <a:xfrm rot="10800000">
            <a:off x="6112650" y="3448750"/>
            <a:ext cx="3802725" cy="34312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
    <p:spTree>
      <p:nvGrpSpPr>
        <p:cNvPr id="150" name="Shape 150"/>
        <p:cNvGrpSpPr/>
        <p:nvPr/>
      </p:nvGrpSpPr>
      <p:grpSpPr>
        <a:xfrm>
          <a:off x="0" y="0"/>
          <a:ext cx="0" cy="0"/>
          <a:chOff x="0" y="0"/>
          <a:chExt cx="0" cy="0"/>
        </a:xfrm>
      </p:grpSpPr>
      <p:sp>
        <p:nvSpPr>
          <p:cNvPr id="151" name="Google Shape;151;p22"/>
          <p:cNvSpPr txBox="1"/>
          <p:nvPr>
            <p:ph idx="1" type="subTitle"/>
          </p:nvPr>
        </p:nvSpPr>
        <p:spPr>
          <a:xfrm>
            <a:off x="4838200" y="1496605"/>
            <a:ext cx="3242700" cy="79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52" name="Google Shape;152;p22"/>
          <p:cNvSpPr txBox="1"/>
          <p:nvPr>
            <p:ph idx="2" type="subTitle"/>
          </p:nvPr>
        </p:nvSpPr>
        <p:spPr>
          <a:xfrm>
            <a:off x="4838200" y="3792973"/>
            <a:ext cx="3242700" cy="798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53" name="Google Shape;153;p22"/>
          <p:cNvSpPr txBox="1"/>
          <p:nvPr>
            <p:ph type="ctrTitle"/>
          </p:nvPr>
        </p:nvSpPr>
        <p:spPr>
          <a:xfrm flipH="1">
            <a:off x="457275" y="1931475"/>
            <a:ext cx="2875200" cy="129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54" name="Google Shape;154;p22"/>
          <p:cNvSpPr txBox="1"/>
          <p:nvPr>
            <p:ph idx="3" type="ctrTitle"/>
          </p:nvPr>
        </p:nvSpPr>
        <p:spPr>
          <a:xfrm>
            <a:off x="4838200" y="1336535"/>
            <a:ext cx="3242700" cy="265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55" name="Google Shape;155;p22"/>
          <p:cNvSpPr txBox="1"/>
          <p:nvPr>
            <p:ph idx="4" type="ctrTitle"/>
          </p:nvPr>
        </p:nvSpPr>
        <p:spPr>
          <a:xfrm>
            <a:off x="4838200" y="3626911"/>
            <a:ext cx="3242700" cy="265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pic>
        <p:nvPicPr>
          <p:cNvPr id="156" name="Google Shape;156;p22"/>
          <p:cNvPicPr preferRelativeResize="0"/>
          <p:nvPr/>
        </p:nvPicPr>
        <p:blipFill>
          <a:blip r:embed="rId2">
            <a:alphaModFix/>
          </a:blip>
          <a:stretch>
            <a:fillRect/>
          </a:stretch>
        </p:blipFill>
        <p:spPr>
          <a:xfrm>
            <a:off x="-14675" y="-533400"/>
            <a:ext cx="2300675" cy="2075900"/>
          </a:xfrm>
          <a:prstGeom prst="rect">
            <a:avLst/>
          </a:prstGeom>
          <a:noFill/>
          <a:ln>
            <a:noFill/>
          </a:ln>
        </p:spPr>
      </p:pic>
      <p:pic>
        <p:nvPicPr>
          <p:cNvPr id="157" name="Google Shape;157;p22"/>
          <p:cNvPicPr preferRelativeResize="0"/>
          <p:nvPr/>
        </p:nvPicPr>
        <p:blipFill>
          <a:blip r:embed="rId2">
            <a:alphaModFix/>
          </a:blip>
          <a:stretch>
            <a:fillRect/>
          </a:stretch>
        </p:blipFill>
        <p:spPr>
          <a:xfrm flipH="1" rot="10800000">
            <a:off x="-14675" y="3549775"/>
            <a:ext cx="2300675" cy="2075900"/>
          </a:xfrm>
          <a:prstGeom prst="rect">
            <a:avLst/>
          </a:prstGeom>
          <a:noFill/>
          <a:ln>
            <a:noFill/>
          </a:ln>
        </p:spPr>
      </p:pic>
      <p:sp>
        <p:nvSpPr>
          <p:cNvPr id="158" name="Google Shape;158;p22"/>
          <p:cNvSpPr/>
          <p:nvPr/>
        </p:nvSpPr>
        <p:spPr>
          <a:xfrm>
            <a:off x="4226350" y="2752750"/>
            <a:ext cx="4470600" cy="19434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2"/>
          <p:cNvSpPr/>
          <p:nvPr/>
        </p:nvSpPr>
        <p:spPr>
          <a:xfrm>
            <a:off x="4226350" y="441872"/>
            <a:ext cx="4470600" cy="19434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4">
    <p:spTree>
      <p:nvGrpSpPr>
        <p:cNvPr id="160" name="Shape 160"/>
        <p:cNvGrpSpPr/>
        <p:nvPr/>
      </p:nvGrpSpPr>
      <p:grpSpPr>
        <a:xfrm>
          <a:off x="0" y="0"/>
          <a:ext cx="0" cy="0"/>
          <a:chOff x="0" y="0"/>
          <a:chExt cx="0" cy="0"/>
        </a:xfrm>
      </p:grpSpPr>
      <p:sp>
        <p:nvSpPr>
          <p:cNvPr id="161" name="Google Shape;161;p23"/>
          <p:cNvSpPr txBox="1"/>
          <p:nvPr>
            <p:ph idx="1" type="subTitle"/>
          </p:nvPr>
        </p:nvSpPr>
        <p:spPr>
          <a:xfrm>
            <a:off x="4390050" y="2938200"/>
            <a:ext cx="3405000" cy="1748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162" name="Google Shape;162;p23"/>
          <p:cNvSpPr txBox="1"/>
          <p:nvPr>
            <p:ph type="ctrTitle"/>
          </p:nvPr>
        </p:nvSpPr>
        <p:spPr>
          <a:xfrm flipH="1">
            <a:off x="4114500" y="2004895"/>
            <a:ext cx="3956100" cy="780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50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163" name="Google Shape;163;p23"/>
          <p:cNvPicPr preferRelativeResize="0"/>
          <p:nvPr/>
        </p:nvPicPr>
        <p:blipFill>
          <a:blip r:embed="rId2">
            <a:alphaModFix/>
          </a:blip>
          <a:stretch>
            <a:fillRect/>
          </a:stretch>
        </p:blipFill>
        <p:spPr>
          <a:xfrm flipH="1" rot="10800000">
            <a:off x="-823501" y="-1143550"/>
            <a:ext cx="4655626" cy="4200750"/>
          </a:xfrm>
          <a:prstGeom prst="rect">
            <a:avLst/>
          </a:prstGeom>
          <a:noFill/>
          <a:ln>
            <a:noFill/>
          </a:ln>
        </p:spPr>
      </p:pic>
      <p:pic>
        <p:nvPicPr>
          <p:cNvPr id="164" name="Google Shape;164;p23"/>
          <p:cNvPicPr preferRelativeResize="0"/>
          <p:nvPr/>
        </p:nvPicPr>
        <p:blipFill>
          <a:blip r:embed="rId2">
            <a:alphaModFix/>
          </a:blip>
          <a:stretch>
            <a:fillRect/>
          </a:stretch>
        </p:blipFill>
        <p:spPr>
          <a:xfrm>
            <a:off x="-1311459" y="2523800"/>
            <a:ext cx="3802725" cy="34312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43">
    <p:spTree>
      <p:nvGrpSpPr>
        <p:cNvPr id="165" name="Shape 165"/>
        <p:cNvGrpSpPr/>
        <p:nvPr/>
      </p:nvGrpSpPr>
      <p:grpSpPr>
        <a:xfrm>
          <a:off x="0" y="0"/>
          <a:ext cx="0" cy="0"/>
          <a:chOff x="0" y="0"/>
          <a:chExt cx="0" cy="0"/>
        </a:xfrm>
      </p:grpSpPr>
      <p:sp>
        <p:nvSpPr>
          <p:cNvPr id="166" name="Google Shape;166;p24"/>
          <p:cNvSpPr txBox="1"/>
          <p:nvPr>
            <p:ph type="ctrTitle"/>
          </p:nvPr>
        </p:nvSpPr>
        <p:spPr>
          <a:xfrm>
            <a:off x="457200" y="517918"/>
            <a:ext cx="8229600" cy="670500"/>
          </a:xfrm>
          <a:prstGeom prst="rect">
            <a:avLst/>
          </a:prstGeom>
        </p:spPr>
        <p:txBody>
          <a:bodyPr anchorCtr="0" anchor="b" bIns="91425" lIns="91425" spcFirstLastPara="1" rIns="91425" wrap="square" tIns="91425">
            <a:noAutofit/>
          </a:bodyPr>
          <a:lstStyle>
            <a:lvl1pPr lvl="0" rtl="0" algn="l">
              <a:spcBef>
                <a:spcPts val="0"/>
              </a:spcBef>
              <a:spcAft>
                <a:spcPts val="0"/>
              </a:spcAft>
              <a:buClr>
                <a:srgbClr val="FFFFFF"/>
              </a:buClr>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67" name="Google Shape;167;p24"/>
          <p:cNvSpPr txBox="1"/>
          <p:nvPr>
            <p:ph idx="2" type="ctrTitle"/>
          </p:nvPr>
        </p:nvSpPr>
        <p:spPr>
          <a:xfrm>
            <a:off x="2750155" y="1492066"/>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chemeClr val="accent2"/>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68" name="Google Shape;168;p24"/>
          <p:cNvSpPr txBox="1"/>
          <p:nvPr>
            <p:ph idx="1" type="subTitle"/>
          </p:nvPr>
        </p:nvSpPr>
        <p:spPr>
          <a:xfrm>
            <a:off x="2750119" y="2192634"/>
            <a:ext cx="1570200" cy="36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69" name="Google Shape;169;p24"/>
          <p:cNvSpPr txBox="1"/>
          <p:nvPr>
            <p:ph idx="3" type="ctrTitle"/>
          </p:nvPr>
        </p:nvSpPr>
        <p:spPr>
          <a:xfrm>
            <a:off x="4800201" y="1497325"/>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chemeClr val="accent2"/>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70" name="Google Shape;170;p24"/>
          <p:cNvSpPr txBox="1"/>
          <p:nvPr>
            <p:ph idx="4" type="subTitle"/>
          </p:nvPr>
        </p:nvSpPr>
        <p:spPr>
          <a:xfrm>
            <a:off x="4800165" y="2192634"/>
            <a:ext cx="1570200" cy="36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71" name="Google Shape;171;p24"/>
          <p:cNvSpPr txBox="1"/>
          <p:nvPr>
            <p:ph idx="5" type="ctrTitle"/>
          </p:nvPr>
        </p:nvSpPr>
        <p:spPr>
          <a:xfrm>
            <a:off x="3794948" y="3219050"/>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600"/>
              <a:buNone/>
              <a:defRPr sz="1600">
                <a:solidFill>
                  <a:schemeClr val="accent2"/>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72" name="Google Shape;172;p24"/>
          <p:cNvSpPr txBox="1"/>
          <p:nvPr>
            <p:ph idx="6" type="subTitle"/>
          </p:nvPr>
        </p:nvSpPr>
        <p:spPr>
          <a:xfrm>
            <a:off x="3753025" y="3910976"/>
            <a:ext cx="1653900" cy="36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pic>
        <p:nvPicPr>
          <p:cNvPr id="173" name="Google Shape;173;p24"/>
          <p:cNvPicPr preferRelativeResize="0"/>
          <p:nvPr/>
        </p:nvPicPr>
        <p:blipFill>
          <a:blip r:embed="rId2">
            <a:alphaModFix/>
          </a:blip>
          <a:stretch>
            <a:fillRect/>
          </a:stretch>
        </p:blipFill>
        <p:spPr>
          <a:xfrm flipH="1">
            <a:off x="6843225" y="0"/>
            <a:ext cx="2300675" cy="2075900"/>
          </a:xfrm>
          <a:prstGeom prst="rect">
            <a:avLst/>
          </a:prstGeom>
          <a:noFill/>
          <a:ln>
            <a:noFill/>
          </a:ln>
        </p:spPr>
      </p:pic>
      <p:sp>
        <p:nvSpPr>
          <p:cNvPr id="174" name="Google Shape;174;p24"/>
          <p:cNvSpPr/>
          <p:nvPr/>
        </p:nvSpPr>
        <p:spPr>
          <a:xfrm rot="5400000">
            <a:off x="2534502" y="1090938"/>
            <a:ext cx="2001410" cy="1795550"/>
          </a:xfrm>
          <a:prstGeom prst="flowChartPreparation">
            <a:avLst/>
          </a:pr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4"/>
          <p:cNvSpPr/>
          <p:nvPr/>
        </p:nvSpPr>
        <p:spPr>
          <a:xfrm rot="5400000">
            <a:off x="3566117" y="2781995"/>
            <a:ext cx="2001410" cy="1795550"/>
          </a:xfrm>
          <a:prstGeom prst="flowChartPreparation">
            <a:avLst/>
          </a:pr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4"/>
          <p:cNvSpPr/>
          <p:nvPr/>
        </p:nvSpPr>
        <p:spPr>
          <a:xfrm rot="5400000">
            <a:off x="4584549" y="1090938"/>
            <a:ext cx="2001410" cy="1795550"/>
          </a:xfrm>
          <a:prstGeom prst="flowChartPreparation">
            <a:avLst/>
          </a:pr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7" name="Google Shape;177;p24"/>
          <p:cNvPicPr preferRelativeResize="0"/>
          <p:nvPr/>
        </p:nvPicPr>
        <p:blipFill>
          <a:blip r:embed="rId2">
            <a:alphaModFix/>
          </a:blip>
          <a:stretch>
            <a:fillRect/>
          </a:stretch>
        </p:blipFill>
        <p:spPr>
          <a:xfrm flipH="1" rot="10800000">
            <a:off x="-262630" y="2659235"/>
            <a:ext cx="2928524" cy="2642399"/>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31">
    <p:spTree>
      <p:nvGrpSpPr>
        <p:cNvPr id="178" name="Shape 178"/>
        <p:cNvGrpSpPr/>
        <p:nvPr/>
      </p:nvGrpSpPr>
      <p:grpSpPr>
        <a:xfrm>
          <a:off x="0" y="0"/>
          <a:ext cx="0" cy="0"/>
          <a:chOff x="0" y="0"/>
          <a:chExt cx="0" cy="0"/>
        </a:xfrm>
      </p:grpSpPr>
      <p:sp>
        <p:nvSpPr>
          <p:cNvPr id="179" name="Google Shape;179;p25"/>
          <p:cNvSpPr txBox="1"/>
          <p:nvPr>
            <p:ph type="ctrTitle"/>
          </p:nvPr>
        </p:nvSpPr>
        <p:spPr>
          <a:xfrm>
            <a:off x="457200" y="517918"/>
            <a:ext cx="8229600" cy="6705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80" name="Google Shape;180;p25"/>
          <p:cNvSpPr txBox="1"/>
          <p:nvPr>
            <p:ph idx="2" type="ctrTitle"/>
          </p:nvPr>
        </p:nvSpPr>
        <p:spPr>
          <a:xfrm>
            <a:off x="3716190" y="2062575"/>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solidFill>
                  <a:schemeClr val="accent2"/>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81" name="Google Shape;181;p25"/>
          <p:cNvSpPr txBox="1"/>
          <p:nvPr>
            <p:ph idx="1" type="subTitle"/>
          </p:nvPr>
        </p:nvSpPr>
        <p:spPr>
          <a:xfrm>
            <a:off x="3716190" y="2765019"/>
            <a:ext cx="1570200" cy="36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2" name="Google Shape;182;p25"/>
          <p:cNvSpPr txBox="1"/>
          <p:nvPr>
            <p:ph idx="3" type="ctrTitle"/>
          </p:nvPr>
        </p:nvSpPr>
        <p:spPr>
          <a:xfrm>
            <a:off x="5910940" y="2066326"/>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solidFill>
                  <a:schemeClr val="accent2"/>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83" name="Google Shape;183;p25"/>
          <p:cNvSpPr txBox="1"/>
          <p:nvPr>
            <p:ph idx="4" type="subTitle"/>
          </p:nvPr>
        </p:nvSpPr>
        <p:spPr>
          <a:xfrm>
            <a:off x="5910940" y="2866007"/>
            <a:ext cx="1570200" cy="36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4" name="Google Shape;184;p25"/>
          <p:cNvSpPr txBox="1"/>
          <p:nvPr>
            <p:ph idx="5" type="ctrTitle"/>
          </p:nvPr>
        </p:nvSpPr>
        <p:spPr>
          <a:xfrm>
            <a:off x="1521440" y="2062585"/>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solidFill>
                  <a:schemeClr val="accent2"/>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85" name="Google Shape;185;p25"/>
          <p:cNvSpPr txBox="1"/>
          <p:nvPr>
            <p:ph idx="6" type="subTitle"/>
          </p:nvPr>
        </p:nvSpPr>
        <p:spPr>
          <a:xfrm>
            <a:off x="1479590" y="2765029"/>
            <a:ext cx="1653900" cy="36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86" name="Google Shape;186;p25"/>
          <p:cNvPicPr preferRelativeResize="0"/>
          <p:nvPr/>
        </p:nvPicPr>
        <p:blipFill>
          <a:blip r:embed="rId2">
            <a:alphaModFix/>
          </a:blip>
          <a:stretch>
            <a:fillRect/>
          </a:stretch>
        </p:blipFill>
        <p:spPr>
          <a:xfrm flipH="1">
            <a:off x="3138825" y="3806025"/>
            <a:ext cx="2957125" cy="2668199"/>
          </a:xfrm>
          <a:prstGeom prst="rect">
            <a:avLst/>
          </a:prstGeom>
          <a:noFill/>
          <a:ln>
            <a:noFill/>
          </a:ln>
        </p:spPr>
      </p:pic>
      <p:pic>
        <p:nvPicPr>
          <p:cNvPr id="187" name="Google Shape;187;p25"/>
          <p:cNvPicPr preferRelativeResize="0"/>
          <p:nvPr/>
        </p:nvPicPr>
        <p:blipFill>
          <a:blip r:embed="rId2">
            <a:alphaModFix/>
          </a:blip>
          <a:stretch>
            <a:fillRect/>
          </a:stretch>
        </p:blipFill>
        <p:spPr>
          <a:xfrm flipH="1">
            <a:off x="-339551" y="-408250"/>
            <a:ext cx="2494901" cy="2251126"/>
          </a:xfrm>
          <a:prstGeom prst="rect">
            <a:avLst/>
          </a:prstGeom>
          <a:noFill/>
          <a:ln>
            <a:noFill/>
          </a:ln>
        </p:spPr>
      </p:pic>
      <p:pic>
        <p:nvPicPr>
          <p:cNvPr id="188" name="Google Shape;188;p25"/>
          <p:cNvPicPr preferRelativeResize="0"/>
          <p:nvPr/>
        </p:nvPicPr>
        <p:blipFill>
          <a:blip r:embed="rId2">
            <a:alphaModFix/>
          </a:blip>
          <a:stretch>
            <a:fillRect/>
          </a:stretch>
        </p:blipFill>
        <p:spPr>
          <a:xfrm flipH="1">
            <a:off x="6944449" y="-571400"/>
            <a:ext cx="2494901" cy="2251126"/>
          </a:xfrm>
          <a:prstGeom prst="rect">
            <a:avLst/>
          </a:prstGeom>
          <a:noFill/>
          <a:ln>
            <a:noFill/>
          </a:ln>
        </p:spPr>
      </p:pic>
      <p:sp>
        <p:nvSpPr>
          <p:cNvPr id="189" name="Google Shape;189;p25"/>
          <p:cNvSpPr/>
          <p:nvPr/>
        </p:nvSpPr>
        <p:spPr>
          <a:xfrm>
            <a:off x="5653690" y="1619951"/>
            <a:ext cx="2084700" cy="19086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5"/>
          <p:cNvSpPr/>
          <p:nvPr/>
        </p:nvSpPr>
        <p:spPr>
          <a:xfrm>
            <a:off x="5843140" y="1793451"/>
            <a:ext cx="1705800" cy="15615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5"/>
          <p:cNvSpPr/>
          <p:nvPr/>
        </p:nvSpPr>
        <p:spPr>
          <a:xfrm>
            <a:off x="3458940" y="1619951"/>
            <a:ext cx="2084700" cy="19086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5"/>
          <p:cNvSpPr/>
          <p:nvPr/>
        </p:nvSpPr>
        <p:spPr>
          <a:xfrm>
            <a:off x="3648390" y="1793451"/>
            <a:ext cx="1705800" cy="15615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5"/>
          <p:cNvSpPr/>
          <p:nvPr/>
        </p:nvSpPr>
        <p:spPr>
          <a:xfrm>
            <a:off x="1264190" y="1619951"/>
            <a:ext cx="2084700" cy="19086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5"/>
          <p:cNvSpPr/>
          <p:nvPr/>
        </p:nvSpPr>
        <p:spPr>
          <a:xfrm>
            <a:off x="1453700" y="1793451"/>
            <a:ext cx="1705800" cy="15615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37">
    <p:spTree>
      <p:nvGrpSpPr>
        <p:cNvPr id="195" name="Shape 195"/>
        <p:cNvGrpSpPr/>
        <p:nvPr/>
      </p:nvGrpSpPr>
      <p:grpSpPr>
        <a:xfrm>
          <a:off x="0" y="0"/>
          <a:ext cx="0" cy="0"/>
          <a:chOff x="0" y="0"/>
          <a:chExt cx="0" cy="0"/>
        </a:xfrm>
      </p:grpSpPr>
      <p:sp>
        <p:nvSpPr>
          <p:cNvPr id="196" name="Google Shape;196;p26"/>
          <p:cNvSpPr txBox="1"/>
          <p:nvPr>
            <p:ph type="ctrTitle"/>
          </p:nvPr>
        </p:nvSpPr>
        <p:spPr>
          <a:xfrm>
            <a:off x="457200" y="517918"/>
            <a:ext cx="8229600" cy="6705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97" name="Google Shape;197;p26"/>
          <p:cNvSpPr txBox="1"/>
          <p:nvPr>
            <p:ph idx="2" type="ctrTitle"/>
          </p:nvPr>
        </p:nvSpPr>
        <p:spPr>
          <a:xfrm>
            <a:off x="3675800" y="1638900"/>
            <a:ext cx="18414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98" name="Google Shape;198;p26"/>
          <p:cNvSpPr txBox="1"/>
          <p:nvPr>
            <p:ph idx="1" type="subTitle"/>
          </p:nvPr>
        </p:nvSpPr>
        <p:spPr>
          <a:xfrm>
            <a:off x="3675813" y="2100350"/>
            <a:ext cx="18414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199" name="Google Shape;199;p26"/>
          <p:cNvSpPr txBox="1"/>
          <p:nvPr>
            <p:ph idx="3" type="ctrTitle"/>
          </p:nvPr>
        </p:nvSpPr>
        <p:spPr>
          <a:xfrm>
            <a:off x="5921301" y="1628801"/>
            <a:ext cx="18183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00" name="Google Shape;200;p26"/>
          <p:cNvSpPr txBox="1"/>
          <p:nvPr>
            <p:ph idx="4" type="subTitle"/>
          </p:nvPr>
        </p:nvSpPr>
        <p:spPr>
          <a:xfrm>
            <a:off x="5898455" y="2074101"/>
            <a:ext cx="18414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01" name="Google Shape;201;p26"/>
          <p:cNvSpPr txBox="1"/>
          <p:nvPr>
            <p:ph idx="5" type="ctrTitle"/>
          </p:nvPr>
        </p:nvSpPr>
        <p:spPr>
          <a:xfrm>
            <a:off x="1413972" y="1638900"/>
            <a:ext cx="1888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02" name="Google Shape;202;p26"/>
          <p:cNvSpPr txBox="1"/>
          <p:nvPr>
            <p:ph idx="6" type="subTitle"/>
          </p:nvPr>
        </p:nvSpPr>
        <p:spPr>
          <a:xfrm>
            <a:off x="1416400" y="2100350"/>
            <a:ext cx="18831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pic>
        <p:nvPicPr>
          <p:cNvPr id="203" name="Google Shape;203;p26"/>
          <p:cNvPicPr preferRelativeResize="0"/>
          <p:nvPr/>
        </p:nvPicPr>
        <p:blipFill>
          <a:blip r:embed="rId2">
            <a:alphaModFix/>
          </a:blip>
          <a:stretch>
            <a:fillRect/>
          </a:stretch>
        </p:blipFill>
        <p:spPr>
          <a:xfrm flipH="1">
            <a:off x="-339551" y="-408250"/>
            <a:ext cx="2494901" cy="2251126"/>
          </a:xfrm>
          <a:prstGeom prst="rect">
            <a:avLst/>
          </a:prstGeom>
          <a:noFill/>
          <a:ln>
            <a:noFill/>
          </a:ln>
        </p:spPr>
      </p:pic>
      <p:pic>
        <p:nvPicPr>
          <p:cNvPr id="204" name="Google Shape;204;p26"/>
          <p:cNvPicPr preferRelativeResize="0"/>
          <p:nvPr/>
        </p:nvPicPr>
        <p:blipFill>
          <a:blip r:embed="rId2">
            <a:alphaModFix/>
          </a:blip>
          <a:stretch>
            <a:fillRect/>
          </a:stretch>
        </p:blipFill>
        <p:spPr>
          <a:xfrm flipH="1">
            <a:off x="6944449" y="-571400"/>
            <a:ext cx="2494901" cy="2251126"/>
          </a:xfrm>
          <a:prstGeom prst="rect">
            <a:avLst/>
          </a:prstGeom>
          <a:noFill/>
          <a:ln>
            <a:noFill/>
          </a:ln>
        </p:spPr>
      </p:pic>
      <p:sp>
        <p:nvSpPr>
          <p:cNvPr id="205" name="Google Shape;205;p26"/>
          <p:cNvSpPr txBox="1"/>
          <p:nvPr>
            <p:ph idx="7" type="ctrTitle"/>
          </p:nvPr>
        </p:nvSpPr>
        <p:spPr>
          <a:xfrm>
            <a:off x="5920295" y="3212913"/>
            <a:ext cx="18414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06" name="Google Shape;206;p26"/>
          <p:cNvSpPr txBox="1"/>
          <p:nvPr>
            <p:ph idx="8" type="subTitle"/>
          </p:nvPr>
        </p:nvSpPr>
        <p:spPr>
          <a:xfrm>
            <a:off x="5920252" y="3658212"/>
            <a:ext cx="18414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07" name="Google Shape;207;p26"/>
          <p:cNvSpPr txBox="1"/>
          <p:nvPr>
            <p:ph idx="9" type="ctrTitle"/>
          </p:nvPr>
        </p:nvSpPr>
        <p:spPr>
          <a:xfrm>
            <a:off x="1413969" y="3212913"/>
            <a:ext cx="18414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08" name="Google Shape;208;p26"/>
          <p:cNvSpPr txBox="1"/>
          <p:nvPr>
            <p:ph idx="13" type="subTitle"/>
          </p:nvPr>
        </p:nvSpPr>
        <p:spPr>
          <a:xfrm>
            <a:off x="1413926" y="3658212"/>
            <a:ext cx="18414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09" name="Google Shape;209;p26"/>
          <p:cNvSpPr txBox="1"/>
          <p:nvPr>
            <p:ph idx="14" type="ctrTitle"/>
          </p:nvPr>
        </p:nvSpPr>
        <p:spPr>
          <a:xfrm>
            <a:off x="3675843" y="3212913"/>
            <a:ext cx="18414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10" name="Google Shape;210;p26"/>
          <p:cNvSpPr txBox="1"/>
          <p:nvPr>
            <p:ph idx="15" type="subTitle"/>
          </p:nvPr>
        </p:nvSpPr>
        <p:spPr>
          <a:xfrm>
            <a:off x="3675800" y="3658212"/>
            <a:ext cx="18414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211" name="Google Shape;211;p26"/>
          <p:cNvSpPr/>
          <p:nvPr/>
        </p:nvSpPr>
        <p:spPr>
          <a:xfrm>
            <a:off x="1366875" y="1705800"/>
            <a:ext cx="1982400" cy="11568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6"/>
          <p:cNvSpPr/>
          <p:nvPr/>
        </p:nvSpPr>
        <p:spPr>
          <a:xfrm>
            <a:off x="3607775" y="1705801"/>
            <a:ext cx="1982400" cy="11568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6"/>
          <p:cNvSpPr/>
          <p:nvPr/>
        </p:nvSpPr>
        <p:spPr>
          <a:xfrm>
            <a:off x="3607775" y="3263701"/>
            <a:ext cx="1982400" cy="11568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6"/>
          <p:cNvSpPr/>
          <p:nvPr/>
        </p:nvSpPr>
        <p:spPr>
          <a:xfrm>
            <a:off x="5848675" y="1705801"/>
            <a:ext cx="1982400" cy="11568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6"/>
          <p:cNvSpPr/>
          <p:nvPr/>
        </p:nvSpPr>
        <p:spPr>
          <a:xfrm>
            <a:off x="5848675" y="3263701"/>
            <a:ext cx="1982400" cy="11568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6"/>
          <p:cNvSpPr/>
          <p:nvPr/>
        </p:nvSpPr>
        <p:spPr>
          <a:xfrm>
            <a:off x="1366875" y="3263700"/>
            <a:ext cx="1982400" cy="11568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40">
    <p:spTree>
      <p:nvGrpSpPr>
        <p:cNvPr id="217" name="Shape 217"/>
        <p:cNvGrpSpPr/>
        <p:nvPr/>
      </p:nvGrpSpPr>
      <p:grpSpPr>
        <a:xfrm>
          <a:off x="0" y="0"/>
          <a:ext cx="0" cy="0"/>
          <a:chOff x="0" y="0"/>
          <a:chExt cx="0" cy="0"/>
        </a:xfrm>
      </p:grpSpPr>
      <p:sp>
        <p:nvSpPr>
          <p:cNvPr id="218" name="Google Shape;218;p27"/>
          <p:cNvSpPr txBox="1"/>
          <p:nvPr>
            <p:ph type="ctrTitle"/>
          </p:nvPr>
        </p:nvSpPr>
        <p:spPr>
          <a:xfrm>
            <a:off x="1242600" y="1830975"/>
            <a:ext cx="6658800" cy="670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600"/>
              <a:buNone/>
              <a:defRPr sz="3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19" name="Google Shape;219;p27"/>
          <p:cNvSpPr txBox="1"/>
          <p:nvPr>
            <p:ph idx="1" type="subTitle"/>
          </p:nvPr>
        </p:nvSpPr>
        <p:spPr>
          <a:xfrm>
            <a:off x="3106675" y="2632418"/>
            <a:ext cx="2930700" cy="128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cxnSp>
        <p:nvCxnSpPr>
          <p:cNvPr id="220" name="Google Shape;220;p27"/>
          <p:cNvCxnSpPr/>
          <p:nvPr/>
        </p:nvCxnSpPr>
        <p:spPr>
          <a:xfrm>
            <a:off x="3681150" y="2571750"/>
            <a:ext cx="1797900" cy="0"/>
          </a:xfrm>
          <a:prstGeom prst="straightConnector1">
            <a:avLst/>
          </a:prstGeom>
          <a:noFill/>
          <a:ln cap="flat" cmpd="sng" w="19050">
            <a:solidFill>
              <a:schemeClr val="lt1"/>
            </a:solidFill>
            <a:prstDash val="solid"/>
            <a:round/>
            <a:headEnd len="med" w="med" type="none"/>
            <a:tailEnd len="med" w="med" type="none"/>
          </a:ln>
        </p:spPr>
      </p:cxnSp>
      <p:pic>
        <p:nvPicPr>
          <p:cNvPr id="221" name="Google Shape;221;p27"/>
          <p:cNvPicPr preferRelativeResize="0"/>
          <p:nvPr/>
        </p:nvPicPr>
        <p:blipFill>
          <a:blip r:embed="rId2">
            <a:alphaModFix/>
          </a:blip>
          <a:stretch>
            <a:fillRect/>
          </a:stretch>
        </p:blipFill>
        <p:spPr>
          <a:xfrm>
            <a:off x="100" y="-962131"/>
            <a:ext cx="3802725" cy="3431200"/>
          </a:xfrm>
          <a:prstGeom prst="rect">
            <a:avLst/>
          </a:prstGeom>
          <a:noFill/>
          <a:ln>
            <a:noFill/>
          </a:ln>
        </p:spPr>
      </p:pic>
      <p:pic>
        <p:nvPicPr>
          <p:cNvPr id="222" name="Google Shape;222;p27"/>
          <p:cNvPicPr preferRelativeResize="0"/>
          <p:nvPr/>
        </p:nvPicPr>
        <p:blipFill>
          <a:blip r:embed="rId2">
            <a:alphaModFix/>
          </a:blip>
          <a:stretch>
            <a:fillRect/>
          </a:stretch>
        </p:blipFill>
        <p:spPr>
          <a:xfrm rot="10800000">
            <a:off x="5334325" y="2668625"/>
            <a:ext cx="3802725" cy="34312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11">
    <p:spTree>
      <p:nvGrpSpPr>
        <p:cNvPr id="223" name="Shape 223"/>
        <p:cNvGrpSpPr/>
        <p:nvPr/>
      </p:nvGrpSpPr>
      <p:grpSpPr>
        <a:xfrm>
          <a:off x="0" y="0"/>
          <a:ext cx="0" cy="0"/>
          <a:chOff x="0" y="0"/>
          <a:chExt cx="0" cy="0"/>
        </a:xfrm>
      </p:grpSpPr>
      <p:sp>
        <p:nvSpPr>
          <p:cNvPr id="224" name="Google Shape;224;p28"/>
          <p:cNvSpPr txBox="1"/>
          <p:nvPr>
            <p:ph type="ctrTitle"/>
          </p:nvPr>
        </p:nvSpPr>
        <p:spPr>
          <a:xfrm>
            <a:off x="1250675" y="1851425"/>
            <a:ext cx="6658800" cy="670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25" name="Google Shape;225;p28"/>
          <p:cNvSpPr txBox="1"/>
          <p:nvPr>
            <p:ph idx="1" type="subTitle"/>
          </p:nvPr>
        </p:nvSpPr>
        <p:spPr>
          <a:xfrm>
            <a:off x="3114750" y="2640476"/>
            <a:ext cx="2930700" cy="65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cxnSp>
        <p:nvCxnSpPr>
          <p:cNvPr id="226" name="Google Shape;226;p28"/>
          <p:cNvCxnSpPr/>
          <p:nvPr/>
        </p:nvCxnSpPr>
        <p:spPr>
          <a:xfrm>
            <a:off x="3681150" y="2571750"/>
            <a:ext cx="1797900" cy="0"/>
          </a:xfrm>
          <a:prstGeom prst="straightConnector1">
            <a:avLst/>
          </a:prstGeom>
          <a:noFill/>
          <a:ln cap="flat" cmpd="sng" w="19050">
            <a:solidFill>
              <a:schemeClr val="lt1"/>
            </a:solidFill>
            <a:prstDash val="solid"/>
            <a:round/>
            <a:headEnd len="med" w="med" type="none"/>
            <a:tailEnd len="med" w="med" type="none"/>
          </a:ln>
        </p:spPr>
      </p:cxnSp>
      <p:pic>
        <p:nvPicPr>
          <p:cNvPr id="227" name="Google Shape;227;p28"/>
          <p:cNvPicPr preferRelativeResize="0"/>
          <p:nvPr/>
        </p:nvPicPr>
        <p:blipFill>
          <a:blip r:embed="rId2">
            <a:alphaModFix/>
          </a:blip>
          <a:stretch>
            <a:fillRect/>
          </a:stretch>
        </p:blipFill>
        <p:spPr>
          <a:xfrm flipH="1" rot="10800000">
            <a:off x="100" y="2134944"/>
            <a:ext cx="3802725" cy="3431200"/>
          </a:xfrm>
          <a:prstGeom prst="rect">
            <a:avLst/>
          </a:prstGeom>
          <a:noFill/>
          <a:ln>
            <a:noFill/>
          </a:ln>
        </p:spPr>
      </p:pic>
      <p:pic>
        <p:nvPicPr>
          <p:cNvPr id="228" name="Google Shape;228;p28"/>
          <p:cNvPicPr preferRelativeResize="0"/>
          <p:nvPr/>
        </p:nvPicPr>
        <p:blipFill>
          <a:blip r:embed="rId2">
            <a:alphaModFix/>
          </a:blip>
          <a:stretch>
            <a:fillRect/>
          </a:stretch>
        </p:blipFill>
        <p:spPr>
          <a:xfrm flipH="1">
            <a:off x="5341285" y="-200131"/>
            <a:ext cx="3802725" cy="3431200"/>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8">
  <p:cSld name="CUSTOM_12">
    <p:spTree>
      <p:nvGrpSpPr>
        <p:cNvPr id="229" name="Shape 229"/>
        <p:cNvGrpSpPr/>
        <p:nvPr/>
      </p:nvGrpSpPr>
      <p:grpSpPr>
        <a:xfrm>
          <a:off x="0" y="0"/>
          <a:ext cx="0" cy="0"/>
          <a:chOff x="0" y="0"/>
          <a:chExt cx="0" cy="0"/>
        </a:xfrm>
      </p:grpSpPr>
      <p:sp>
        <p:nvSpPr>
          <p:cNvPr id="230" name="Google Shape;230;p29"/>
          <p:cNvSpPr txBox="1"/>
          <p:nvPr>
            <p:ph type="ctrTitle"/>
          </p:nvPr>
        </p:nvSpPr>
        <p:spPr>
          <a:xfrm>
            <a:off x="1250675" y="2994425"/>
            <a:ext cx="6658800" cy="670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31" name="Google Shape;231;p29"/>
          <p:cNvSpPr txBox="1"/>
          <p:nvPr>
            <p:ph idx="1" type="subTitle"/>
          </p:nvPr>
        </p:nvSpPr>
        <p:spPr>
          <a:xfrm>
            <a:off x="3114750" y="3631076"/>
            <a:ext cx="2930700" cy="65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pic>
        <p:nvPicPr>
          <p:cNvPr id="232" name="Google Shape;232;p29"/>
          <p:cNvPicPr preferRelativeResize="0"/>
          <p:nvPr/>
        </p:nvPicPr>
        <p:blipFill>
          <a:blip r:embed="rId2">
            <a:alphaModFix/>
          </a:blip>
          <a:stretch>
            <a:fillRect/>
          </a:stretch>
        </p:blipFill>
        <p:spPr>
          <a:xfrm flipH="1">
            <a:off x="5341286" y="0"/>
            <a:ext cx="3802725" cy="3431200"/>
          </a:xfrm>
          <a:prstGeom prst="rect">
            <a:avLst/>
          </a:prstGeom>
          <a:noFill/>
          <a:ln>
            <a:noFill/>
          </a:ln>
        </p:spPr>
      </p:pic>
      <p:pic>
        <p:nvPicPr>
          <p:cNvPr id="233" name="Google Shape;233;p29"/>
          <p:cNvPicPr preferRelativeResize="0"/>
          <p:nvPr/>
        </p:nvPicPr>
        <p:blipFill>
          <a:blip r:embed="rId2">
            <a:alphaModFix/>
          </a:blip>
          <a:stretch>
            <a:fillRect/>
          </a:stretch>
        </p:blipFill>
        <p:spPr>
          <a:xfrm>
            <a:off x="8150" y="0"/>
            <a:ext cx="3802725" cy="34312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44">
    <p:spTree>
      <p:nvGrpSpPr>
        <p:cNvPr id="234" name="Shape 234"/>
        <p:cNvGrpSpPr/>
        <p:nvPr/>
      </p:nvGrpSpPr>
      <p:grpSpPr>
        <a:xfrm>
          <a:off x="0" y="0"/>
          <a:ext cx="0" cy="0"/>
          <a:chOff x="0" y="0"/>
          <a:chExt cx="0" cy="0"/>
        </a:xfrm>
      </p:grpSpPr>
      <p:sp>
        <p:nvSpPr>
          <p:cNvPr id="235" name="Google Shape;235;p30"/>
          <p:cNvSpPr txBox="1"/>
          <p:nvPr>
            <p:ph type="title"/>
          </p:nvPr>
        </p:nvSpPr>
        <p:spPr>
          <a:xfrm>
            <a:off x="457200" y="453668"/>
            <a:ext cx="82296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600"/>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pic>
        <p:nvPicPr>
          <p:cNvPr id="236" name="Google Shape;236;p30"/>
          <p:cNvPicPr preferRelativeResize="0"/>
          <p:nvPr/>
        </p:nvPicPr>
        <p:blipFill>
          <a:blip r:embed="rId2">
            <a:alphaModFix/>
          </a:blip>
          <a:stretch>
            <a:fillRect/>
          </a:stretch>
        </p:blipFill>
        <p:spPr>
          <a:xfrm flipH="1">
            <a:off x="6843225" y="6"/>
            <a:ext cx="2300675" cy="2075900"/>
          </a:xfrm>
          <a:prstGeom prst="rect">
            <a:avLst/>
          </a:prstGeom>
          <a:noFill/>
          <a:ln>
            <a:noFill/>
          </a:ln>
        </p:spPr>
      </p:pic>
      <p:sp>
        <p:nvSpPr>
          <p:cNvPr id="237" name="Google Shape;237;p30"/>
          <p:cNvSpPr txBox="1"/>
          <p:nvPr>
            <p:ph idx="1" type="subTitle"/>
          </p:nvPr>
        </p:nvSpPr>
        <p:spPr>
          <a:xfrm>
            <a:off x="1638300" y="3524733"/>
            <a:ext cx="1381200" cy="83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38" name="Google Shape;238;p30"/>
          <p:cNvSpPr txBox="1"/>
          <p:nvPr>
            <p:ph idx="2" type="subTitle"/>
          </p:nvPr>
        </p:nvSpPr>
        <p:spPr>
          <a:xfrm>
            <a:off x="3104700" y="3514233"/>
            <a:ext cx="1397100" cy="84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39" name="Google Shape;239;p30"/>
          <p:cNvSpPr txBox="1"/>
          <p:nvPr>
            <p:ph idx="3" type="subTitle"/>
          </p:nvPr>
        </p:nvSpPr>
        <p:spPr>
          <a:xfrm>
            <a:off x="4571100" y="3511408"/>
            <a:ext cx="1381200" cy="84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40" name="Google Shape;240;p30"/>
          <p:cNvSpPr txBox="1"/>
          <p:nvPr>
            <p:ph idx="4" type="subTitle"/>
          </p:nvPr>
        </p:nvSpPr>
        <p:spPr>
          <a:xfrm>
            <a:off x="6023400" y="3529870"/>
            <a:ext cx="1397100" cy="84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41" name="Google Shape;241;p30"/>
          <p:cNvSpPr txBox="1"/>
          <p:nvPr>
            <p:ph idx="5" type="subTitle"/>
          </p:nvPr>
        </p:nvSpPr>
        <p:spPr>
          <a:xfrm>
            <a:off x="1638300" y="3196233"/>
            <a:ext cx="13971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42" name="Google Shape;242;p30"/>
          <p:cNvSpPr txBox="1"/>
          <p:nvPr>
            <p:ph idx="6" type="subTitle"/>
          </p:nvPr>
        </p:nvSpPr>
        <p:spPr>
          <a:xfrm>
            <a:off x="3104700" y="3196233"/>
            <a:ext cx="1381200" cy="465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43" name="Google Shape;243;p30"/>
          <p:cNvSpPr txBox="1"/>
          <p:nvPr>
            <p:ph idx="7" type="subTitle"/>
          </p:nvPr>
        </p:nvSpPr>
        <p:spPr>
          <a:xfrm>
            <a:off x="4571999" y="3196233"/>
            <a:ext cx="13812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44" name="Google Shape;244;p30"/>
          <p:cNvSpPr txBox="1"/>
          <p:nvPr>
            <p:ph idx="8" type="subTitle"/>
          </p:nvPr>
        </p:nvSpPr>
        <p:spPr>
          <a:xfrm>
            <a:off x="6037498" y="3196233"/>
            <a:ext cx="13812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45">
    <p:spTree>
      <p:nvGrpSpPr>
        <p:cNvPr id="245" name="Shape 245"/>
        <p:cNvGrpSpPr/>
        <p:nvPr/>
      </p:nvGrpSpPr>
      <p:grpSpPr>
        <a:xfrm>
          <a:off x="0" y="0"/>
          <a:ext cx="0" cy="0"/>
          <a:chOff x="0" y="0"/>
          <a:chExt cx="0" cy="0"/>
        </a:xfrm>
      </p:grpSpPr>
      <p:sp>
        <p:nvSpPr>
          <p:cNvPr id="246" name="Google Shape;246;p31"/>
          <p:cNvSpPr txBox="1"/>
          <p:nvPr>
            <p:ph type="ctrTitle"/>
          </p:nvPr>
        </p:nvSpPr>
        <p:spPr>
          <a:xfrm flipH="1">
            <a:off x="457200" y="449368"/>
            <a:ext cx="82296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247" name="Google Shape;247;p31"/>
          <p:cNvPicPr preferRelativeResize="0"/>
          <p:nvPr/>
        </p:nvPicPr>
        <p:blipFill>
          <a:blip r:embed="rId2">
            <a:alphaModFix/>
          </a:blip>
          <a:stretch>
            <a:fillRect/>
          </a:stretch>
        </p:blipFill>
        <p:spPr>
          <a:xfrm rot="10800000">
            <a:off x="6843313" y="-695298"/>
            <a:ext cx="2300675" cy="2075900"/>
          </a:xfrm>
          <a:prstGeom prst="rect">
            <a:avLst/>
          </a:prstGeom>
          <a:noFill/>
          <a:ln>
            <a:noFill/>
          </a:ln>
        </p:spPr>
      </p:pic>
      <p:pic>
        <p:nvPicPr>
          <p:cNvPr id="248" name="Google Shape;248;p31"/>
          <p:cNvPicPr preferRelativeResize="0"/>
          <p:nvPr/>
        </p:nvPicPr>
        <p:blipFill>
          <a:blip r:embed="rId2">
            <a:alphaModFix/>
          </a:blip>
          <a:stretch>
            <a:fillRect/>
          </a:stretch>
        </p:blipFill>
        <p:spPr>
          <a:xfrm flipH="1" rot="10800000">
            <a:off x="-12" y="-695298"/>
            <a:ext cx="2300675" cy="2075900"/>
          </a:xfrm>
          <a:prstGeom prst="rect">
            <a:avLst/>
          </a:prstGeom>
          <a:noFill/>
          <a:ln>
            <a:noFill/>
          </a:ln>
        </p:spPr>
      </p:pic>
      <p:sp>
        <p:nvSpPr>
          <p:cNvPr id="249" name="Google Shape;249;p31"/>
          <p:cNvSpPr txBox="1"/>
          <p:nvPr>
            <p:ph idx="1" type="subTitle"/>
          </p:nvPr>
        </p:nvSpPr>
        <p:spPr>
          <a:xfrm>
            <a:off x="540000" y="3527280"/>
            <a:ext cx="1381200" cy="83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50" name="Google Shape;250;p31"/>
          <p:cNvSpPr txBox="1"/>
          <p:nvPr>
            <p:ph idx="2" type="subTitle"/>
          </p:nvPr>
        </p:nvSpPr>
        <p:spPr>
          <a:xfrm>
            <a:off x="2741438" y="2077288"/>
            <a:ext cx="1397100" cy="84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51" name="Google Shape;251;p31"/>
          <p:cNvSpPr txBox="1"/>
          <p:nvPr>
            <p:ph idx="3" type="subTitle"/>
          </p:nvPr>
        </p:nvSpPr>
        <p:spPr>
          <a:xfrm>
            <a:off x="5033512" y="3516526"/>
            <a:ext cx="1381200" cy="84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52" name="Google Shape;252;p31"/>
          <p:cNvSpPr txBox="1"/>
          <p:nvPr>
            <p:ph idx="4" type="subTitle"/>
          </p:nvPr>
        </p:nvSpPr>
        <p:spPr>
          <a:xfrm>
            <a:off x="7214825" y="2077856"/>
            <a:ext cx="1397100" cy="84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53" name="Google Shape;253;p31"/>
          <p:cNvSpPr txBox="1"/>
          <p:nvPr>
            <p:ph idx="5" type="subTitle"/>
          </p:nvPr>
        </p:nvSpPr>
        <p:spPr>
          <a:xfrm>
            <a:off x="532050" y="3198780"/>
            <a:ext cx="13971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54" name="Google Shape;254;p31"/>
          <p:cNvSpPr txBox="1"/>
          <p:nvPr>
            <p:ph idx="6" type="subTitle"/>
          </p:nvPr>
        </p:nvSpPr>
        <p:spPr>
          <a:xfrm>
            <a:off x="2749388" y="1759288"/>
            <a:ext cx="1381200" cy="465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55" name="Google Shape;255;p31"/>
          <p:cNvSpPr txBox="1"/>
          <p:nvPr>
            <p:ph idx="7" type="subTitle"/>
          </p:nvPr>
        </p:nvSpPr>
        <p:spPr>
          <a:xfrm>
            <a:off x="5033512" y="3201351"/>
            <a:ext cx="13812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56" name="Google Shape;256;p31"/>
          <p:cNvSpPr txBox="1"/>
          <p:nvPr>
            <p:ph idx="8" type="subTitle"/>
          </p:nvPr>
        </p:nvSpPr>
        <p:spPr>
          <a:xfrm>
            <a:off x="7222775" y="1765255"/>
            <a:ext cx="13812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57" name="Google Shape;257;p31"/>
          <p:cNvSpPr/>
          <p:nvPr/>
        </p:nvSpPr>
        <p:spPr>
          <a:xfrm>
            <a:off x="2774288" y="2968200"/>
            <a:ext cx="1331400" cy="12609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1"/>
          <p:cNvSpPr/>
          <p:nvPr/>
        </p:nvSpPr>
        <p:spPr>
          <a:xfrm>
            <a:off x="5058412" y="1896175"/>
            <a:ext cx="1331400" cy="12609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1"/>
          <p:cNvSpPr/>
          <p:nvPr/>
        </p:nvSpPr>
        <p:spPr>
          <a:xfrm>
            <a:off x="7247675" y="2968200"/>
            <a:ext cx="1331400" cy="12609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1"/>
          <p:cNvSpPr/>
          <p:nvPr/>
        </p:nvSpPr>
        <p:spPr>
          <a:xfrm>
            <a:off x="564900" y="1896175"/>
            <a:ext cx="1331400" cy="12609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46">
    <p:spTree>
      <p:nvGrpSpPr>
        <p:cNvPr id="261" name="Shape 261"/>
        <p:cNvGrpSpPr/>
        <p:nvPr/>
      </p:nvGrpSpPr>
      <p:grpSpPr>
        <a:xfrm>
          <a:off x="0" y="0"/>
          <a:ext cx="0" cy="0"/>
          <a:chOff x="0" y="0"/>
          <a:chExt cx="0" cy="0"/>
        </a:xfrm>
      </p:grpSpPr>
      <p:sp>
        <p:nvSpPr>
          <p:cNvPr id="262" name="Google Shape;262;p32"/>
          <p:cNvSpPr txBox="1"/>
          <p:nvPr>
            <p:ph type="ctrTitle"/>
          </p:nvPr>
        </p:nvSpPr>
        <p:spPr>
          <a:xfrm flipH="1">
            <a:off x="457200" y="449368"/>
            <a:ext cx="82296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263" name="Google Shape;263;p32"/>
          <p:cNvPicPr preferRelativeResize="0"/>
          <p:nvPr/>
        </p:nvPicPr>
        <p:blipFill>
          <a:blip r:embed="rId2">
            <a:alphaModFix/>
          </a:blip>
          <a:stretch>
            <a:fillRect/>
          </a:stretch>
        </p:blipFill>
        <p:spPr>
          <a:xfrm rot="10800000">
            <a:off x="6843313" y="-695298"/>
            <a:ext cx="2300675" cy="2075900"/>
          </a:xfrm>
          <a:prstGeom prst="rect">
            <a:avLst/>
          </a:prstGeom>
          <a:noFill/>
          <a:ln>
            <a:noFill/>
          </a:ln>
        </p:spPr>
      </p:pic>
      <p:pic>
        <p:nvPicPr>
          <p:cNvPr id="264" name="Google Shape;264;p32"/>
          <p:cNvPicPr preferRelativeResize="0"/>
          <p:nvPr/>
        </p:nvPicPr>
        <p:blipFill>
          <a:blip r:embed="rId2">
            <a:alphaModFix/>
          </a:blip>
          <a:stretch>
            <a:fillRect/>
          </a:stretch>
        </p:blipFill>
        <p:spPr>
          <a:xfrm flipH="1" rot="10800000">
            <a:off x="-12" y="-695298"/>
            <a:ext cx="2300675" cy="2075900"/>
          </a:xfrm>
          <a:prstGeom prst="rect">
            <a:avLst/>
          </a:prstGeom>
          <a:noFill/>
          <a:ln>
            <a:noFill/>
          </a:ln>
        </p:spPr>
      </p:pic>
      <p:sp>
        <p:nvSpPr>
          <p:cNvPr id="265" name="Google Shape;265;p32"/>
          <p:cNvSpPr txBox="1"/>
          <p:nvPr>
            <p:ph idx="1" type="subTitle"/>
          </p:nvPr>
        </p:nvSpPr>
        <p:spPr>
          <a:xfrm>
            <a:off x="871700" y="2932300"/>
            <a:ext cx="1365600" cy="83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66" name="Google Shape;266;p32"/>
          <p:cNvSpPr txBox="1"/>
          <p:nvPr>
            <p:ph idx="2" type="subTitle"/>
          </p:nvPr>
        </p:nvSpPr>
        <p:spPr>
          <a:xfrm>
            <a:off x="2957400" y="2914675"/>
            <a:ext cx="1397100" cy="84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67" name="Google Shape;267;p32"/>
          <p:cNvSpPr txBox="1"/>
          <p:nvPr>
            <p:ph idx="3" type="subTitle"/>
          </p:nvPr>
        </p:nvSpPr>
        <p:spPr>
          <a:xfrm>
            <a:off x="5026550" y="2911563"/>
            <a:ext cx="1381200" cy="84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68" name="Google Shape;268;p32"/>
          <p:cNvSpPr txBox="1"/>
          <p:nvPr>
            <p:ph idx="4" type="subTitle"/>
          </p:nvPr>
        </p:nvSpPr>
        <p:spPr>
          <a:xfrm>
            <a:off x="7080700" y="2906381"/>
            <a:ext cx="1397100" cy="84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69" name="Google Shape;269;p32"/>
          <p:cNvSpPr txBox="1"/>
          <p:nvPr>
            <p:ph idx="5" type="subTitle"/>
          </p:nvPr>
        </p:nvSpPr>
        <p:spPr>
          <a:xfrm>
            <a:off x="871700" y="2603800"/>
            <a:ext cx="13812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70" name="Google Shape;270;p32"/>
          <p:cNvSpPr txBox="1"/>
          <p:nvPr>
            <p:ph idx="6" type="subTitle"/>
          </p:nvPr>
        </p:nvSpPr>
        <p:spPr>
          <a:xfrm>
            <a:off x="2957400" y="2596675"/>
            <a:ext cx="13812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71" name="Google Shape;271;p32"/>
          <p:cNvSpPr txBox="1"/>
          <p:nvPr>
            <p:ph idx="7" type="subTitle"/>
          </p:nvPr>
        </p:nvSpPr>
        <p:spPr>
          <a:xfrm>
            <a:off x="5027449" y="2596388"/>
            <a:ext cx="13812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72" name="Google Shape;272;p32"/>
          <p:cNvSpPr txBox="1"/>
          <p:nvPr>
            <p:ph idx="8" type="subTitle"/>
          </p:nvPr>
        </p:nvSpPr>
        <p:spPr>
          <a:xfrm>
            <a:off x="7094798" y="2593780"/>
            <a:ext cx="13812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73" name="Google Shape;273;p32"/>
          <p:cNvSpPr/>
          <p:nvPr/>
        </p:nvSpPr>
        <p:spPr>
          <a:xfrm>
            <a:off x="4824854" y="1809750"/>
            <a:ext cx="1771800" cy="20004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2"/>
          <p:cNvSpPr/>
          <p:nvPr/>
        </p:nvSpPr>
        <p:spPr>
          <a:xfrm>
            <a:off x="676400" y="1809750"/>
            <a:ext cx="1771800" cy="20004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2"/>
          <p:cNvSpPr/>
          <p:nvPr/>
        </p:nvSpPr>
        <p:spPr>
          <a:xfrm>
            <a:off x="2762097" y="1809750"/>
            <a:ext cx="1771800" cy="20004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2"/>
          <p:cNvSpPr/>
          <p:nvPr/>
        </p:nvSpPr>
        <p:spPr>
          <a:xfrm>
            <a:off x="6885386" y="1809750"/>
            <a:ext cx="1771800" cy="20004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2"/>
          <p:cNvSpPr/>
          <p:nvPr/>
        </p:nvSpPr>
        <p:spPr>
          <a:xfrm>
            <a:off x="457200" y="1669026"/>
            <a:ext cx="767128" cy="663708"/>
          </a:xfrm>
          <a:custGeom>
            <a:rect b="b" l="l" r="r" t="t"/>
            <a:pathLst>
              <a:path extrusionOk="0" h="27692" w="32007">
                <a:moveTo>
                  <a:pt x="8016" y="0"/>
                </a:moveTo>
                <a:lnTo>
                  <a:pt x="0" y="13846"/>
                </a:lnTo>
                <a:lnTo>
                  <a:pt x="8016" y="27692"/>
                </a:lnTo>
                <a:lnTo>
                  <a:pt x="23990" y="27692"/>
                </a:lnTo>
                <a:lnTo>
                  <a:pt x="32006" y="13846"/>
                </a:lnTo>
                <a:lnTo>
                  <a:pt x="239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2"/>
          <p:cNvSpPr/>
          <p:nvPr/>
        </p:nvSpPr>
        <p:spPr>
          <a:xfrm>
            <a:off x="2548551" y="1671756"/>
            <a:ext cx="767128" cy="663708"/>
          </a:xfrm>
          <a:custGeom>
            <a:rect b="b" l="l" r="r" t="t"/>
            <a:pathLst>
              <a:path extrusionOk="0" h="27692" w="32007">
                <a:moveTo>
                  <a:pt x="8016" y="0"/>
                </a:moveTo>
                <a:lnTo>
                  <a:pt x="0" y="13846"/>
                </a:lnTo>
                <a:lnTo>
                  <a:pt x="8016" y="27692"/>
                </a:lnTo>
                <a:lnTo>
                  <a:pt x="23990" y="27692"/>
                </a:lnTo>
                <a:lnTo>
                  <a:pt x="32006" y="13846"/>
                </a:lnTo>
                <a:lnTo>
                  <a:pt x="239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2"/>
          <p:cNvSpPr/>
          <p:nvPr/>
        </p:nvSpPr>
        <p:spPr>
          <a:xfrm>
            <a:off x="4618345" y="1663035"/>
            <a:ext cx="767128" cy="663708"/>
          </a:xfrm>
          <a:custGeom>
            <a:rect b="b" l="l" r="r" t="t"/>
            <a:pathLst>
              <a:path extrusionOk="0" h="27692" w="32007">
                <a:moveTo>
                  <a:pt x="8016" y="0"/>
                </a:moveTo>
                <a:lnTo>
                  <a:pt x="0" y="13846"/>
                </a:lnTo>
                <a:lnTo>
                  <a:pt x="8016" y="27692"/>
                </a:lnTo>
                <a:lnTo>
                  <a:pt x="23990" y="27692"/>
                </a:lnTo>
                <a:lnTo>
                  <a:pt x="32006" y="13846"/>
                </a:lnTo>
                <a:lnTo>
                  <a:pt x="239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2"/>
          <p:cNvSpPr/>
          <p:nvPr/>
        </p:nvSpPr>
        <p:spPr>
          <a:xfrm>
            <a:off x="6684933" y="1667766"/>
            <a:ext cx="767128" cy="663708"/>
          </a:xfrm>
          <a:custGeom>
            <a:rect b="b" l="l" r="r" t="t"/>
            <a:pathLst>
              <a:path extrusionOk="0" h="27692" w="32007">
                <a:moveTo>
                  <a:pt x="8016" y="0"/>
                </a:moveTo>
                <a:lnTo>
                  <a:pt x="0" y="13846"/>
                </a:lnTo>
                <a:lnTo>
                  <a:pt x="8016" y="27692"/>
                </a:lnTo>
                <a:lnTo>
                  <a:pt x="23990" y="27692"/>
                </a:lnTo>
                <a:lnTo>
                  <a:pt x="32006" y="13846"/>
                </a:lnTo>
                <a:lnTo>
                  <a:pt x="2399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4">
  <p:cSld name="CUSTOM_47">
    <p:spTree>
      <p:nvGrpSpPr>
        <p:cNvPr id="281" name="Shape 281"/>
        <p:cNvGrpSpPr/>
        <p:nvPr/>
      </p:nvGrpSpPr>
      <p:grpSpPr>
        <a:xfrm>
          <a:off x="0" y="0"/>
          <a:ext cx="0" cy="0"/>
          <a:chOff x="0" y="0"/>
          <a:chExt cx="0" cy="0"/>
        </a:xfrm>
      </p:grpSpPr>
      <p:pic>
        <p:nvPicPr>
          <p:cNvPr id="282" name="Google Shape;282;p33"/>
          <p:cNvPicPr preferRelativeResize="0"/>
          <p:nvPr/>
        </p:nvPicPr>
        <p:blipFill>
          <a:blip r:embed="rId2">
            <a:alphaModFix/>
          </a:blip>
          <a:stretch>
            <a:fillRect/>
          </a:stretch>
        </p:blipFill>
        <p:spPr>
          <a:xfrm flipH="1">
            <a:off x="2440291" y="3761485"/>
            <a:ext cx="2300675" cy="2075900"/>
          </a:xfrm>
          <a:prstGeom prst="rect">
            <a:avLst/>
          </a:prstGeom>
          <a:noFill/>
          <a:ln>
            <a:noFill/>
          </a:ln>
        </p:spPr>
      </p:pic>
      <p:pic>
        <p:nvPicPr>
          <p:cNvPr id="283" name="Google Shape;283;p33"/>
          <p:cNvPicPr preferRelativeResize="0"/>
          <p:nvPr/>
        </p:nvPicPr>
        <p:blipFill>
          <a:blip r:embed="rId2">
            <a:alphaModFix/>
          </a:blip>
          <a:stretch>
            <a:fillRect/>
          </a:stretch>
        </p:blipFill>
        <p:spPr>
          <a:xfrm>
            <a:off x="4394051" y="3761485"/>
            <a:ext cx="2300675" cy="2075900"/>
          </a:xfrm>
          <a:prstGeom prst="rect">
            <a:avLst/>
          </a:prstGeom>
          <a:noFill/>
          <a:ln>
            <a:noFill/>
          </a:ln>
        </p:spPr>
      </p:pic>
      <p:sp>
        <p:nvSpPr>
          <p:cNvPr id="284" name="Google Shape;284;p33"/>
          <p:cNvSpPr txBox="1"/>
          <p:nvPr>
            <p:ph type="ctrTitle"/>
          </p:nvPr>
        </p:nvSpPr>
        <p:spPr>
          <a:xfrm flipH="1">
            <a:off x="540000" y="452237"/>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85" name="Google Shape;285;p33"/>
          <p:cNvSpPr txBox="1"/>
          <p:nvPr>
            <p:ph idx="1" type="subTitle"/>
          </p:nvPr>
        </p:nvSpPr>
        <p:spPr>
          <a:xfrm>
            <a:off x="905500" y="2764675"/>
            <a:ext cx="14385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86" name="Google Shape;286;p33"/>
          <p:cNvSpPr txBox="1"/>
          <p:nvPr>
            <p:ph idx="2" type="subTitle"/>
          </p:nvPr>
        </p:nvSpPr>
        <p:spPr>
          <a:xfrm>
            <a:off x="2896725" y="2761596"/>
            <a:ext cx="13971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87" name="Google Shape;287;p33"/>
          <p:cNvSpPr txBox="1"/>
          <p:nvPr>
            <p:ph idx="3" type="subTitle"/>
          </p:nvPr>
        </p:nvSpPr>
        <p:spPr>
          <a:xfrm>
            <a:off x="4879150" y="2761049"/>
            <a:ext cx="13812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88" name="Google Shape;288;p33"/>
          <p:cNvSpPr txBox="1"/>
          <p:nvPr>
            <p:ph idx="4" type="subTitle"/>
          </p:nvPr>
        </p:nvSpPr>
        <p:spPr>
          <a:xfrm>
            <a:off x="6833675" y="2760900"/>
            <a:ext cx="13971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89" name="Google Shape;289;p33"/>
          <p:cNvSpPr txBox="1"/>
          <p:nvPr>
            <p:ph idx="5" type="subTitle"/>
          </p:nvPr>
        </p:nvSpPr>
        <p:spPr>
          <a:xfrm>
            <a:off x="926600" y="2449250"/>
            <a:ext cx="14385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90" name="Google Shape;290;p33"/>
          <p:cNvSpPr txBox="1"/>
          <p:nvPr>
            <p:ph idx="6" type="subTitle"/>
          </p:nvPr>
        </p:nvSpPr>
        <p:spPr>
          <a:xfrm>
            <a:off x="2896724" y="2443588"/>
            <a:ext cx="13812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91" name="Google Shape;291;p33"/>
          <p:cNvSpPr txBox="1"/>
          <p:nvPr>
            <p:ph idx="7" type="subTitle"/>
          </p:nvPr>
        </p:nvSpPr>
        <p:spPr>
          <a:xfrm>
            <a:off x="4880055" y="2445872"/>
            <a:ext cx="13812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292" name="Google Shape;292;p33"/>
          <p:cNvSpPr txBox="1"/>
          <p:nvPr>
            <p:ph idx="8" type="subTitle"/>
          </p:nvPr>
        </p:nvSpPr>
        <p:spPr>
          <a:xfrm>
            <a:off x="6847773" y="2448299"/>
            <a:ext cx="13812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48">
    <p:spTree>
      <p:nvGrpSpPr>
        <p:cNvPr id="293" name="Shape 293"/>
        <p:cNvGrpSpPr/>
        <p:nvPr/>
      </p:nvGrpSpPr>
      <p:grpSpPr>
        <a:xfrm>
          <a:off x="0" y="0"/>
          <a:ext cx="0" cy="0"/>
          <a:chOff x="0" y="0"/>
          <a:chExt cx="0" cy="0"/>
        </a:xfrm>
      </p:grpSpPr>
      <p:sp>
        <p:nvSpPr>
          <p:cNvPr id="294" name="Google Shape;294;p34"/>
          <p:cNvSpPr txBox="1"/>
          <p:nvPr>
            <p:ph type="ctrTitle"/>
          </p:nvPr>
        </p:nvSpPr>
        <p:spPr>
          <a:xfrm flipH="1">
            <a:off x="540000" y="448619"/>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295" name="Google Shape;295;p34"/>
          <p:cNvPicPr preferRelativeResize="0"/>
          <p:nvPr/>
        </p:nvPicPr>
        <p:blipFill>
          <a:blip r:embed="rId2">
            <a:alphaModFix/>
          </a:blip>
          <a:stretch>
            <a:fillRect/>
          </a:stretch>
        </p:blipFill>
        <p:spPr>
          <a:xfrm>
            <a:off x="0" y="0"/>
            <a:ext cx="2300675" cy="2075900"/>
          </a:xfrm>
          <a:prstGeom prst="rect">
            <a:avLst/>
          </a:prstGeom>
          <a:noFill/>
          <a:ln>
            <a:noFill/>
          </a:ln>
        </p:spPr>
      </p:pic>
      <p:sp>
        <p:nvSpPr>
          <p:cNvPr id="296" name="Google Shape;296;p34"/>
          <p:cNvSpPr txBox="1"/>
          <p:nvPr>
            <p:ph idx="1" type="subTitle"/>
          </p:nvPr>
        </p:nvSpPr>
        <p:spPr>
          <a:xfrm>
            <a:off x="1526019" y="2570265"/>
            <a:ext cx="18129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97" name="Google Shape;297;p34"/>
          <p:cNvSpPr txBox="1"/>
          <p:nvPr>
            <p:ph idx="2" type="subTitle"/>
          </p:nvPr>
        </p:nvSpPr>
        <p:spPr>
          <a:xfrm>
            <a:off x="3635401" y="2570272"/>
            <a:ext cx="18732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98" name="Google Shape;298;p34"/>
          <p:cNvSpPr txBox="1"/>
          <p:nvPr>
            <p:ph idx="3" type="subTitle"/>
          </p:nvPr>
        </p:nvSpPr>
        <p:spPr>
          <a:xfrm>
            <a:off x="5797968" y="2559605"/>
            <a:ext cx="18507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99" name="Google Shape;299;p34"/>
          <p:cNvSpPr txBox="1"/>
          <p:nvPr>
            <p:ph idx="4" type="subTitle"/>
          </p:nvPr>
        </p:nvSpPr>
        <p:spPr>
          <a:xfrm>
            <a:off x="1526019" y="3166668"/>
            <a:ext cx="1812900" cy="465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00" name="Google Shape;300;p34"/>
          <p:cNvSpPr txBox="1"/>
          <p:nvPr>
            <p:ph idx="5" type="subTitle"/>
          </p:nvPr>
        </p:nvSpPr>
        <p:spPr>
          <a:xfrm>
            <a:off x="3646051" y="3166668"/>
            <a:ext cx="1851900" cy="465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01" name="Google Shape;301;p34"/>
          <p:cNvSpPr txBox="1"/>
          <p:nvPr>
            <p:ph idx="6" type="subTitle"/>
          </p:nvPr>
        </p:nvSpPr>
        <p:spPr>
          <a:xfrm>
            <a:off x="5797968" y="3170098"/>
            <a:ext cx="1850700" cy="465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02" name="Google Shape;302;p34"/>
          <p:cNvSpPr/>
          <p:nvPr/>
        </p:nvSpPr>
        <p:spPr>
          <a:xfrm rot="5400000">
            <a:off x="1077063" y="1815559"/>
            <a:ext cx="2710575" cy="2139650"/>
          </a:xfrm>
          <a:prstGeom prst="flowChartPreparation">
            <a:avLst/>
          </a:pr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4"/>
          <p:cNvSpPr/>
          <p:nvPr/>
        </p:nvSpPr>
        <p:spPr>
          <a:xfrm rot="5400000">
            <a:off x="3216713" y="1815559"/>
            <a:ext cx="2710575" cy="2139650"/>
          </a:xfrm>
          <a:prstGeom prst="flowChartPreparation">
            <a:avLst/>
          </a:pr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4"/>
          <p:cNvSpPr/>
          <p:nvPr/>
        </p:nvSpPr>
        <p:spPr>
          <a:xfrm rot="5400000">
            <a:off x="5356363" y="1815559"/>
            <a:ext cx="2710575" cy="2139650"/>
          </a:xfrm>
          <a:prstGeom prst="flowChartPreparation">
            <a:avLst/>
          </a:pr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49">
    <p:spTree>
      <p:nvGrpSpPr>
        <p:cNvPr id="305" name="Shape 305"/>
        <p:cNvGrpSpPr/>
        <p:nvPr/>
      </p:nvGrpSpPr>
      <p:grpSpPr>
        <a:xfrm>
          <a:off x="0" y="0"/>
          <a:ext cx="0" cy="0"/>
          <a:chOff x="0" y="0"/>
          <a:chExt cx="0" cy="0"/>
        </a:xfrm>
      </p:grpSpPr>
      <p:pic>
        <p:nvPicPr>
          <p:cNvPr id="306" name="Google Shape;306;p35"/>
          <p:cNvPicPr preferRelativeResize="0"/>
          <p:nvPr/>
        </p:nvPicPr>
        <p:blipFill>
          <a:blip r:embed="rId2">
            <a:alphaModFix/>
          </a:blip>
          <a:stretch>
            <a:fillRect/>
          </a:stretch>
        </p:blipFill>
        <p:spPr>
          <a:xfrm>
            <a:off x="-525279" y="-469300"/>
            <a:ext cx="3071650" cy="2771549"/>
          </a:xfrm>
          <a:prstGeom prst="rect">
            <a:avLst/>
          </a:prstGeom>
          <a:noFill/>
          <a:ln>
            <a:noFill/>
          </a:ln>
        </p:spPr>
      </p:pic>
      <p:pic>
        <p:nvPicPr>
          <p:cNvPr id="307" name="Google Shape;307;p35"/>
          <p:cNvPicPr preferRelativeResize="0"/>
          <p:nvPr/>
        </p:nvPicPr>
        <p:blipFill>
          <a:blip r:embed="rId2">
            <a:alphaModFix/>
          </a:blip>
          <a:stretch>
            <a:fillRect/>
          </a:stretch>
        </p:blipFill>
        <p:spPr>
          <a:xfrm flipH="1">
            <a:off x="6605746" y="-468167"/>
            <a:ext cx="3071650" cy="2771549"/>
          </a:xfrm>
          <a:prstGeom prst="rect">
            <a:avLst/>
          </a:prstGeom>
          <a:noFill/>
          <a:ln>
            <a:noFill/>
          </a:ln>
        </p:spPr>
      </p:pic>
      <p:sp>
        <p:nvSpPr>
          <p:cNvPr id="308" name="Google Shape;308;p35"/>
          <p:cNvSpPr txBox="1"/>
          <p:nvPr>
            <p:ph type="ctrTitle"/>
          </p:nvPr>
        </p:nvSpPr>
        <p:spPr>
          <a:xfrm flipH="1">
            <a:off x="457200" y="452225"/>
            <a:ext cx="82296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FFFFFF"/>
              </a:buClr>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09" name="Google Shape;309;p35"/>
          <p:cNvSpPr txBox="1"/>
          <p:nvPr>
            <p:ph idx="1" type="subTitle"/>
          </p:nvPr>
        </p:nvSpPr>
        <p:spPr>
          <a:xfrm>
            <a:off x="560206" y="2951258"/>
            <a:ext cx="23865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10" name="Google Shape;310;p35"/>
          <p:cNvSpPr txBox="1"/>
          <p:nvPr>
            <p:ph idx="2" type="subTitle"/>
          </p:nvPr>
        </p:nvSpPr>
        <p:spPr>
          <a:xfrm>
            <a:off x="3390622" y="2951265"/>
            <a:ext cx="23805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11" name="Google Shape;311;p35"/>
          <p:cNvSpPr txBox="1"/>
          <p:nvPr>
            <p:ph idx="3" type="subTitle"/>
          </p:nvPr>
        </p:nvSpPr>
        <p:spPr>
          <a:xfrm>
            <a:off x="6232531" y="2953683"/>
            <a:ext cx="23670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12" name="Google Shape;312;p35"/>
          <p:cNvSpPr txBox="1"/>
          <p:nvPr>
            <p:ph idx="4" type="subTitle"/>
          </p:nvPr>
        </p:nvSpPr>
        <p:spPr>
          <a:xfrm>
            <a:off x="560200" y="3571274"/>
            <a:ext cx="2386500" cy="39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13" name="Google Shape;313;p35"/>
          <p:cNvSpPr txBox="1"/>
          <p:nvPr>
            <p:ph idx="5" type="subTitle"/>
          </p:nvPr>
        </p:nvSpPr>
        <p:spPr>
          <a:xfrm>
            <a:off x="3404151" y="3571274"/>
            <a:ext cx="2353500" cy="39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14" name="Google Shape;314;p35"/>
          <p:cNvSpPr txBox="1"/>
          <p:nvPr>
            <p:ph idx="6" type="subTitle"/>
          </p:nvPr>
        </p:nvSpPr>
        <p:spPr>
          <a:xfrm>
            <a:off x="6232531" y="3561605"/>
            <a:ext cx="23670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15" name="Google Shape;315;p35"/>
          <p:cNvSpPr txBox="1"/>
          <p:nvPr>
            <p:ph idx="7" type="subTitle"/>
          </p:nvPr>
        </p:nvSpPr>
        <p:spPr>
          <a:xfrm>
            <a:off x="540000" y="2580087"/>
            <a:ext cx="23865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16" name="Google Shape;316;p35"/>
          <p:cNvSpPr txBox="1"/>
          <p:nvPr>
            <p:ph idx="8" type="subTitle"/>
          </p:nvPr>
        </p:nvSpPr>
        <p:spPr>
          <a:xfrm>
            <a:off x="3384649" y="2580087"/>
            <a:ext cx="23535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17" name="Google Shape;317;p35"/>
          <p:cNvSpPr txBox="1"/>
          <p:nvPr>
            <p:ph idx="9" type="subTitle"/>
          </p:nvPr>
        </p:nvSpPr>
        <p:spPr>
          <a:xfrm>
            <a:off x="6212900" y="2583512"/>
            <a:ext cx="23670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18" name="Google Shape;318;p35"/>
          <p:cNvSpPr/>
          <p:nvPr/>
        </p:nvSpPr>
        <p:spPr>
          <a:xfrm>
            <a:off x="6120000" y="2551773"/>
            <a:ext cx="2560200" cy="10677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5"/>
          <p:cNvSpPr/>
          <p:nvPr/>
        </p:nvSpPr>
        <p:spPr>
          <a:xfrm>
            <a:off x="3291900" y="2551782"/>
            <a:ext cx="2560200" cy="10677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5"/>
          <p:cNvSpPr/>
          <p:nvPr/>
        </p:nvSpPr>
        <p:spPr>
          <a:xfrm>
            <a:off x="463800" y="2551773"/>
            <a:ext cx="2560200" cy="10677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5"/>
          <p:cNvSpPr txBox="1"/>
          <p:nvPr/>
        </p:nvSpPr>
        <p:spPr>
          <a:xfrm>
            <a:off x="6123563" y="3619448"/>
            <a:ext cx="2553300" cy="345600"/>
          </a:xfrm>
          <a:prstGeom prst="rect">
            <a:avLst/>
          </a:prstGeom>
          <a:noFill/>
          <a:ln cap="flat" cmpd="sng" w="19050">
            <a:solidFill>
              <a:schemeClr val="lt1"/>
            </a:solidFill>
            <a:prstDash val="solid"/>
            <a:round/>
            <a:headEnd len="sm" w="sm" type="none"/>
            <a:tailEnd len="sm" w="sm" type="none"/>
          </a:ln>
        </p:spPr>
        <p:txBody>
          <a:bodyPr anchorCtr="0" anchor="t" bIns="0" lIns="0" spcFirstLastPara="1" rIns="0" wrap="square" tIns="67600">
            <a:noAutofit/>
          </a:bodyPr>
          <a:lstStyle/>
          <a:p>
            <a:pPr indent="0" lvl="0" marL="0" marR="0" rtl="0" algn="ctr">
              <a:lnSpc>
                <a:spcPct val="100000"/>
              </a:lnSpc>
              <a:spcBef>
                <a:spcPts val="0"/>
              </a:spcBef>
              <a:spcAft>
                <a:spcPts val="0"/>
              </a:spcAft>
              <a:buNone/>
            </a:pPr>
            <a:r>
              <a:t/>
            </a:r>
            <a:endParaRPr sz="1600">
              <a:solidFill>
                <a:srgbClr val="FFFFFF"/>
              </a:solidFill>
              <a:latin typeface="Squada One"/>
              <a:ea typeface="Squada One"/>
              <a:cs typeface="Squada One"/>
              <a:sym typeface="Squada One"/>
            </a:endParaRPr>
          </a:p>
        </p:txBody>
      </p:sp>
      <p:sp>
        <p:nvSpPr>
          <p:cNvPr id="322" name="Google Shape;322;p35"/>
          <p:cNvSpPr txBox="1"/>
          <p:nvPr/>
        </p:nvSpPr>
        <p:spPr>
          <a:xfrm>
            <a:off x="467363" y="3619448"/>
            <a:ext cx="2553300" cy="345600"/>
          </a:xfrm>
          <a:prstGeom prst="rect">
            <a:avLst/>
          </a:prstGeom>
          <a:noFill/>
          <a:ln cap="flat" cmpd="sng" w="19050">
            <a:solidFill>
              <a:schemeClr val="lt1"/>
            </a:solidFill>
            <a:prstDash val="solid"/>
            <a:round/>
            <a:headEnd len="sm" w="sm" type="none"/>
            <a:tailEnd len="sm" w="sm" type="none"/>
          </a:ln>
        </p:spPr>
        <p:txBody>
          <a:bodyPr anchorCtr="0" anchor="t" bIns="0" lIns="0" spcFirstLastPara="1" rIns="0" wrap="square" tIns="67600">
            <a:noAutofit/>
          </a:bodyPr>
          <a:lstStyle/>
          <a:p>
            <a:pPr indent="0" lvl="0" marL="0" marR="0" rtl="0" algn="ctr">
              <a:lnSpc>
                <a:spcPct val="100000"/>
              </a:lnSpc>
              <a:spcBef>
                <a:spcPts val="0"/>
              </a:spcBef>
              <a:spcAft>
                <a:spcPts val="0"/>
              </a:spcAft>
              <a:buNone/>
            </a:pPr>
            <a:r>
              <a:t/>
            </a:r>
            <a:endParaRPr sz="1600">
              <a:solidFill>
                <a:srgbClr val="FFFFFF"/>
              </a:solidFill>
              <a:latin typeface="Squada One"/>
              <a:ea typeface="Squada One"/>
              <a:cs typeface="Squada One"/>
              <a:sym typeface="Squada One"/>
            </a:endParaRPr>
          </a:p>
        </p:txBody>
      </p:sp>
      <p:sp>
        <p:nvSpPr>
          <p:cNvPr id="323" name="Google Shape;323;p35"/>
          <p:cNvSpPr txBox="1"/>
          <p:nvPr/>
        </p:nvSpPr>
        <p:spPr>
          <a:xfrm>
            <a:off x="3295463" y="3619454"/>
            <a:ext cx="2553300" cy="345600"/>
          </a:xfrm>
          <a:prstGeom prst="rect">
            <a:avLst/>
          </a:prstGeom>
          <a:solidFill>
            <a:schemeClr val="lt1"/>
          </a:solidFill>
          <a:ln>
            <a:noFill/>
          </a:ln>
        </p:spPr>
        <p:txBody>
          <a:bodyPr anchorCtr="0" anchor="t" bIns="0" lIns="0" spcFirstLastPara="1" rIns="0" wrap="square" tIns="67600">
            <a:noAutofit/>
          </a:bodyPr>
          <a:lstStyle/>
          <a:p>
            <a:pPr indent="0" lvl="0" marL="0" marR="0" rtl="0" algn="ctr">
              <a:lnSpc>
                <a:spcPct val="100000"/>
              </a:lnSpc>
              <a:spcBef>
                <a:spcPts val="0"/>
              </a:spcBef>
              <a:spcAft>
                <a:spcPts val="0"/>
              </a:spcAft>
              <a:buNone/>
            </a:pPr>
            <a:r>
              <a:t/>
            </a:r>
            <a:endParaRPr sz="1600">
              <a:solidFill>
                <a:schemeClr val="dk1"/>
              </a:solidFill>
              <a:latin typeface="Squada One"/>
              <a:ea typeface="Squada One"/>
              <a:cs typeface="Squada One"/>
              <a:sym typeface="Squada One"/>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3">
    <p:spTree>
      <p:nvGrpSpPr>
        <p:cNvPr id="324" name="Shape 324"/>
        <p:cNvGrpSpPr/>
        <p:nvPr/>
      </p:nvGrpSpPr>
      <p:grpSpPr>
        <a:xfrm>
          <a:off x="0" y="0"/>
          <a:ext cx="0" cy="0"/>
          <a:chOff x="0" y="0"/>
          <a:chExt cx="0" cy="0"/>
        </a:xfrm>
      </p:grpSpPr>
      <p:sp>
        <p:nvSpPr>
          <p:cNvPr id="325" name="Google Shape;325;p36"/>
          <p:cNvSpPr txBox="1"/>
          <p:nvPr>
            <p:ph type="ctrTitle"/>
          </p:nvPr>
        </p:nvSpPr>
        <p:spPr>
          <a:xfrm flipH="1">
            <a:off x="457200" y="449368"/>
            <a:ext cx="82296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326" name="Google Shape;326;p36"/>
          <p:cNvPicPr preferRelativeResize="0"/>
          <p:nvPr/>
        </p:nvPicPr>
        <p:blipFill>
          <a:blip r:embed="rId2">
            <a:alphaModFix/>
          </a:blip>
          <a:stretch>
            <a:fillRect/>
          </a:stretch>
        </p:blipFill>
        <p:spPr>
          <a:xfrm rot="10800000">
            <a:off x="6843313" y="-695298"/>
            <a:ext cx="2300675" cy="2075900"/>
          </a:xfrm>
          <a:prstGeom prst="rect">
            <a:avLst/>
          </a:prstGeom>
          <a:noFill/>
          <a:ln>
            <a:noFill/>
          </a:ln>
        </p:spPr>
      </p:pic>
      <p:pic>
        <p:nvPicPr>
          <p:cNvPr id="327" name="Google Shape;327;p36"/>
          <p:cNvPicPr preferRelativeResize="0"/>
          <p:nvPr/>
        </p:nvPicPr>
        <p:blipFill>
          <a:blip r:embed="rId2">
            <a:alphaModFix/>
          </a:blip>
          <a:stretch>
            <a:fillRect/>
          </a:stretch>
        </p:blipFill>
        <p:spPr>
          <a:xfrm flipH="1" rot="10800000">
            <a:off x="-12" y="-695298"/>
            <a:ext cx="2300675" cy="207590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4">
    <p:spTree>
      <p:nvGrpSpPr>
        <p:cNvPr id="328" name="Shape 328"/>
        <p:cNvGrpSpPr/>
        <p:nvPr/>
      </p:nvGrpSpPr>
      <p:grpSpPr>
        <a:xfrm>
          <a:off x="0" y="0"/>
          <a:ext cx="0" cy="0"/>
          <a:chOff x="0" y="0"/>
          <a:chExt cx="0" cy="0"/>
        </a:xfrm>
      </p:grpSpPr>
      <p:sp>
        <p:nvSpPr>
          <p:cNvPr id="329" name="Google Shape;329;p37"/>
          <p:cNvSpPr txBox="1"/>
          <p:nvPr>
            <p:ph type="ctrTitle"/>
          </p:nvPr>
        </p:nvSpPr>
        <p:spPr>
          <a:xfrm flipH="1">
            <a:off x="457200" y="444387"/>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330" name="Google Shape;330;p37"/>
          <p:cNvPicPr preferRelativeResize="0"/>
          <p:nvPr/>
        </p:nvPicPr>
        <p:blipFill>
          <a:blip r:embed="rId2">
            <a:alphaModFix/>
          </a:blip>
          <a:stretch>
            <a:fillRect/>
          </a:stretch>
        </p:blipFill>
        <p:spPr>
          <a:xfrm>
            <a:off x="0" y="0"/>
            <a:ext cx="2300675" cy="207590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6">
    <p:spTree>
      <p:nvGrpSpPr>
        <p:cNvPr id="331" name="Shape 331"/>
        <p:cNvGrpSpPr/>
        <p:nvPr/>
      </p:nvGrpSpPr>
      <p:grpSpPr>
        <a:xfrm>
          <a:off x="0" y="0"/>
          <a:ext cx="0" cy="0"/>
          <a:chOff x="0" y="0"/>
          <a:chExt cx="0" cy="0"/>
        </a:xfrm>
      </p:grpSpPr>
      <p:pic>
        <p:nvPicPr>
          <p:cNvPr id="332" name="Google Shape;332;p38"/>
          <p:cNvPicPr preferRelativeResize="0"/>
          <p:nvPr/>
        </p:nvPicPr>
        <p:blipFill>
          <a:blip r:embed="rId2">
            <a:alphaModFix/>
          </a:blip>
          <a:stretch>
            <a:fillRect/>
          </a:stretch>
        </p:blipFill>
        <p:spPr>
          <a:xfrm>
            <a:off x="-525279" y="-316900"/>
            <a:ext cx="3071650" cy="2771549"/>
          </a:xfrm>
          <a:prstGeom prst="rect">
            <a:avLst/>
          </a:prstGeom>
          <a:noFill/>
          <a:ln>
            <a:noFill/>
          </a:ln>
        </p:spPr>
      </p:pic>
      <p:pic>
        <p:nvPicPr>
          <p:cNvPr id="333" name="Google Shape;333;p38"/>
          <p:cNvPicPr preferRelativeResize="0"/>
          <p:nvPr/>
        </p:nvPicPr>
        <p:blipFill>
          <a:blip r:embed="rId2">
            <a:alphaModFix/>
          </a:blip>
          <a:stretch>
            <a:fillRect/>
          </a:stretch>
        </p:blipFill>
        <p:spPr>
          <a:xfrm flipH="1">
            <a:off x="6605746" y="-315767"/>
            <a:ext cx="3071650" cy="2771549"/>
          </a:xfrm>
          <a:prstGeom prst="rect">
            <a:avLst/>
          </a:prstGeom>
          <a:noFill/>
          <a:ln>
            <a:noFill/>
          </a:ln>
        </p:spPr>
      </p:pic>
      <p:sp>
        <p:nvSpPr>
          <p:cNvPr id="334" name="Google Shape;334;p38"/>
          <p:cNvSpPr txBox="1"/>
          <p:nvPr>
            <p:ph type="ctrTitle"/>
          </p:nvPr>
        </p:nvSpPr>
        <p:spPr>
          <a:xfrm flipH="1">
            <a:off x="540000" y="441718"/>
            <a:ext cx="8064000" cy="670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5">
  <p:cSld name="CUSTOM_50">
    <p:spTree>
      <p:nvGrpSpPr>
        <p:cNvPr id="335" name="Shape 335"/>
        <p:cNvGrpSpPr/>
        <p:nvPr/>
      </p:nvGrpSpPr>
      <p:grpSpPr>
        <a:xfrm>
          <a:off x="0" y="0"/>
          <a:ext cx="0" cy="0"/>
          <a:chOff x="0" y="0"/>
          <a:chExt cx="0" cy="0"/>
        </a:xfrm>
      </p:grpSpPr>
      <p:pic>
        <p:nvPicPr>
          <p:cNvPr id="336" name="Google Shape;336;p39"/>
          <p:cNvPicPr preferRelativeResize="0"/>
          <p:nvPr/>
        </p:nvPicPr>
        <p:blipFill>
          <a:blip r:embed="rId2">
            <a:alphaModFix/>
          </a:blip>
          <a:stretch>
            <a:fillRect/>
          </a:stretch>
        </p:blipFill>
        <p:spPr>
          <a:xfrm flipH="1">
            <a:off x="6843225" y="6"/>
            <a:ext cx="2300675" cy="2075900"/>
          </a:xfrm>
          <a:prstGeom prst="rect">
            <a:avLst/>
          </a:prstGeom>
          <a:noFill/>
          <a:ln>
            <a:noFill/>
          </a:ln>
        </p:spPr>
      </p:pic>
      <p:sp>
        <p:nvSpPr>
          <p:cNvPr id="337" name="Google Shape;337;p39"/>
          <p:cNvSpPr txBox="1"/>
          <p:nvPr>
            <p:ph type="ctrTitle"/>
          </p:nvPr>
        </p:nvSpPr>
        <p:spPr>
          <a:xfrm flipH="1">
            <a:off x="457200" y="452237"/>
            <a:ext cx="8229600" cy="670500"/>
          </a:xfrm>
          <a:prstGeom prst="rect">
            <a:avLst/>
          </a:prstGeom>
        </p:spPr>
        <p:txBody>
          <a:bodyPr anchorCtr="0" anchor="t" bIns="91425" lIns="91425" spcFirstLastPara="1" rIns="91425" wrap="square" tIns="91425">
            <a:noAutofit/>
          </a:bodyPr>
          <a:lstStyle>
            <a:lvl1pPr lvl="0" rtl="0" algn="l">
              <a:spcBef>
                <a:spcPts val="0"/>
              </a:spcBef>
              <a:spcAft>
                <a:spcPts val="0"/>
              </a:spcAft>
              <a:buClr>
                <a:srgbClr val="FFFFFF"/>
              </a:buClr>
              <a:buSzPts val="3600"/>
              <a:buNone/>
              <a:defRPr sz="36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338" name="Google Shape;338;p39"/>
          <p:cNvSpPr txBox="1"/>
          <p:nvPr>
            <p:ph idx="1" type="subTitle"/>
          </p:nvPr>
        </p:nvSpPr>
        <p:spPr>
          <a:xfrm>
            <a:off x="1203833" y="2719326"/>
            <a:ext cx="2240100" cy="60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39" name="Google Shape;339;p39"/>
          <p:cNvSpPr txBox="1"/>
          <p:nvPr>
            <p:ph idx="2" type="subTitle"/>
          </p:nvPr>
        </p:nvSpPr>
        <p:spPr>
          <a:xfrm>
            <a:off x="4766489" y="3583682"/>
            <a:ext cx="2299200" cy="605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r">
              <a:spcBef>
                <a:spcPts val="160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340" name="Google Shape;340;p39"/>
          <p:cNvSpPr txBox="1"/>
          <p:nvPr>
            <p:ph idx="3" type="subTitle"/>
          </p:nvPr>
        </p:nvSpPr>
        <p:spPr>
          <a:xfrm>
            <a:off x="4772499" y="1802770"/>
            <a:ext cx="2299200" cy="605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r">
              <a:spcBef>
                <a:spcPts val="160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
        <p:nvSpPr>
          <p:cNvPr id="341" name="Google Shape;341;p39"/>
          <p:cNvSpPr txBox="1"/>
          <p:nvPr>
            <p:ph idx="4" type="subTitle"/>
          </p:nvPr>
        </p:nvSpPr>
        <p:spPr>
          <a:xfrm>
            <a:off x="1203833" y="2196338"/>
            <a:ext cx="2240100" cy="46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42" name="Google Shape;342;p39"/>
          <p:cNvSpPr txBox="1"/>
          <p:nvPr>
            <p:ph idx="5" type="subTitle"/>
          </p:nvPr>
        </p:nvSpPr>
        <p:spPr>
          <a:xfrm>
            <a:off x="4798042" y="3079150"/>
            <a:ext cx="2273100" cy="465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lgn="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43" name="Google Shape;343;p39"/>
          <p:cNvSpPr txBox="1"/>
          <p:nvPr>
            <p:ph idx="6" type="subTitle"/>
          </p:nvPr>
        </p:nvSpPr>
        <p:spPr>
          <a:xfrm>
            <a:off x="4772499" y="1272083"/>
            <a:ext cx="2299200" cy="465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lgn="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6">
  <p:cSld name="CUSTOM_51">
    <p:spTree>
      <p:nvGrpSpPr>
        <p:cNvPr id="344" name="Shape 344"/>
        <p:cNvGrpSpPr/>
        <p:nvPr/>
      </p:nvGrpSpPr>
      <p:grpSpPr>
        <a:xfrm>
          <a:off x="0" y="0"/>
          <a:ext cx="0" cy="0"/>
          <a:chOff x="0" y="0"/>
          <a:chExt cx="0" cy="0"/>
        </a:xfrm>
      </p:grpSpPr>
      <p:sp>
        <p:nvSpPr>
          <p:cNvPr id="345" name="Google Shape;345;p40"/>
          <p:cNvSpPr txBox="1"/>
          <p:nvPr>
            <p:ph type="ctrTitle"/>
          </p:nvPr>
        </p:nvSpPr>
        <p:spPr>
          <a:xfrm flipH="1">
            <a:off x="457200" y="437047"/>
            <a:ext cx="82296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pic>
        <p:nvPicPr>
          <p:cNvPr id="346" name="Google Shape;346;p40"/>
          <p:cNvPicPr preferRelativeResize="0"/>
          <p:nvPr/>
        </p:nvPicPr>
        <p:blipFill>
          <a:blip r:embed="rId2">
            <a:alphaModFix/>
          </a:blip>
          <a:stretch>
            <a:fillRect/>
          </a:stretch>
        </p:blipFill>
        <p:spPr>
          <a:xfrm flipH="1">
            <a:off x="2440291" y="3913885"/>
            <a:ext cx="2300675" cy="2075900"/>
          </a:xfrm>
          <a:prstGeom prst="rect">
            <a:avLst/>
          </a:prstGeom>
          <a:noFill/>
          <a:ln>
            <a:noFill/>
          </a:ln>
        </p:spPr>
      </p:pic>
      <p:pic>
        <p:nvPicPr>
          <p:cNvPr id="347" name="Google Shape;347;p40"/>
          <p:cNvPicPr preferRelativeResize="0"/>
          <p:nvPr/>
        </p:nvPicPr>
        <p:blipFill>
          <a:blip r:embed="rId2">
            <a:alphaModFix/>
          </a:blip>
          <a:stretch>
            <a:fillRect/>
          </a:stretch>
        </p:blipFill>
        <p:spPr>
          <a:xfrm>
            <a:off x="4394051" y="3913885"/>
            <a:ext cx="2300675" cy="2075900"/>
          </a:xfrm>
          <a:prstGeom prst="rect">
            <a:avLst/>
          </a:prstGeom>
          <a:noFill/>
          <a:ln>
            <a:noFill/>
          </a:ln>
        </p:spPr>
      </p:pic>
      <p:pic>
        <p:nvPicPr>
          <p:cNvPr id="348" name="Google Shape;348;p40"/>
          <p:cNvPicPr preferRelativeResize="0"/>
          <p:nvPr/>
        </p:nvPicPr>
        <p:blipFill>
          <a:blip r:embed="rId2">
            <a:alphaModFix/>
          </a:blip>
          <a:stretch>
            <a:fillRect/>
          </a:stretch>
        </p:blipFill>
        <p:spPr>
          <a:xfrm flipH="1">
            <a:off x="-540059" y="-586073"/>
            <a:ext cx="2300675" cy="2075900"/>
          </a:xfrm>
          <a:prstGeom prst="rect">
            <a:avLst/>
          </a:prstGeom>
          <a:noFill/>
          <a:ln>
            <a:noFill/>
          </a:ln>
        </p:spPr>
      </p:pic>
      <p:pic>
        <p:nvPicPr>
          <p:cNvPr id="349" name="Google Shape;349;p40"/>
          <p:cNvPicPr preferRelativeResize="0"/>
          <p:nvPr/>
        </p:nvPicPr>
        <p:blipFill>
          <a:blip r:embed="rId2">
            <a:alphaModFix/>
          </a:blip>
          <a:stretch>
            <a:fillRect/>
          </a:stretch>
        </p:blipFill>
        <p:spPr>
          <a:xfrm>
            <a:off x="7396724" y="-590242"/>
            <a:ext cx="2300675" cy="2075900"/>
          </a:xfrm>
          <a:prstGeom prst="rect">
            <a:avLst/>
          </a:prstGeom>
          <a:noFill/>
          <a:ln>
            <a:noFill/>
          </a:ln>
        </p:spPr>
      </p:pic>
      <p:sp>
        <p:nvSpPr>
          <p:cNvPr id="350" name="Google Shape;350;p40"/>
          <p:cNvSpPr txBox="1"/>
          <p:nvPr>
            <p:ph idx="1" type="subTitle"/>
          </p:nvPr>
        </p:nvSpPr>
        <p:spPr>
          <a:xfrm>
            <a:off x="672350" y="1887930"/>
            <a:ext cx="19566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351" name="Google Shape;351;p40"/>
          <p:cNvSpPr txBox="1"/>
          <p:nvPr>
            <p:ph idx="2" type="subTitle"/>
          </p:nvPr>
        </p:nvSpPr>
        <p:spPr>
          <a:xfrm>
            <a:off x="3580500" y="3409864"/>
            <a:ext cx="19566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352" name="Google Shape;352;p40"/>
          <p:cNvSpPr txBox="1"/>
          <p:nvPr>
            <p:ph idx="3" type="subTitle"/>
          </p:nvPr>
        </p:nvSpPr>
        <p:spPr>
          <a:xfrm>
            <a:off x="6515100" y="1895625"/>
            <a:ext cx="19344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353" name="Google Shape;353;p40"/>
          <p:cNvSpPr txBox="1"/>
          <p:nvPr>
            <p:ph idx="4" type="subTitle"/>
          </p:nvPr>
        </p:nvSpPr>
        <p:spPr>
          <a:xfrm>
            <a:off x="683450" y="1561974"/>
            <a:ext cx="19344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54" name="Google Shape;354;p40"/>
          <p:cNvSpPr txBox="1"/>
          <p:nvPr>
            <p:ph idx="5" type="subTitle"/>
          </p:nvPr>
        </p:nvSpPr>
        <p:spPr>
          <a:xfrm>
            <a:off x="3591600" y="3070826"/>
            <a:ext cx="19344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55" name="Google Shape;355;p40"/>
          <p:cNvSpPr txBox="1"/>
          <p:nvPr>
            <p:ph idx="6" type="subTitle"/>
          </p:nvPr>
        </p:nvSpPr>
        <p:spPr>
          <a:xfrm>
            <a:off x="6515100" y="1561974"/>
            <a:ext cx="19344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7">
  <p:cSld name="CUSTOM_52">
    <p:spTree>
      <p:nvGrpSpPr>
        <p:cNvPr id="356" name="Shape 356"/>
        <p:cNvGrpSpPr/>
        <p:nvPr/>
      </p:nvGrpSpPr>
      <p:grpSpPr>
        <a:xfrm>
          <a:off x="0" y="0"/>
          <a:ext cx="0" cy="0"/>
          <a:chOff x="0" y="0"/>
          <a:chExt cx="0" cy="0"/>
        </a:xfrm>
      </p:grpSpPr>
      <p:sp>
        <p:nvSpPr>
          <p:cNvPr id="357" name="Google Shape;357;p41"/>
          <p:cNvSpPr txBox="1"/>
          <p:nvPr>
            <p:ph type="ctrTitle"/>
          </p:nvPr>
        </p:nvSpPr>
        <p:spPr>
          <a:xfrm flipH="1">
            <a:off x="457200" y="437050"/>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358" name="Google Shape;358;p41"/>
          <p:cNvPicPr preferRelativeResize="0"/>
          <p:nvPr/>
        </p:nvPicPr>
        <p:blipFill>
          <a:blip r:embed="rId2">
            <a:alphaModFix/>
          </a:blip>
          <a:stretch>
            <a:fillRect/>
          </a:stretch>
        </p:blipFill>
        <p:spPr>
          <a:xfrm>
            <a:off x="0" y="0"/>
            <a:ext cx="2300675" cy="2075900"/>
          </a:xfrm>
          <a:prstGeom prst="rect">
            <a:avLst/>
          </a:prstGeom>
          <a:noFill/>
          <a:ln>
            <a:noFill/>
          </a:ln>
        </p:spPr>
      </p:pic>
      <p:sp>
        <p:nvSpPr>
          <p:cNvPr id="359" name="Google Shape;359;p41"/>
          <p:cNvSpPr txBox="1"/>
          <p:nvPr>
            <p:ph idx="1" type="subTitle"/>
          </p:nvPr>
        </p:nvSpPr>
        <p:spPr>
          <a:xfrm>
            <a:off x="1700600" y="2921393"/>
            <a:ext cx="13953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360" name="Google Shape;360;p41"/>
          <p:cNvSpPr txBox="1"/>
          <p:nvPr>
            <p:ph idx="2" type="subTitle"/>
          </p:nvPr>
        </p:nvSpPr>
        <p:spPr>
          <a:xfrm>
            <a:off x="1553500" y="2529762"/>
            <a:ext cx="16431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61" name="Google Shape;361;p41"/>
          <p:cNvSpPr txBox="1"/>
          <p:nvPr>
            <p:ph idx="3" type="subTitle"/>
          </p:nvPr>
        </p:nvSpPr>
        <p:spPr>
          <a:xfrm>
            <a:off x="1691000" y="2027255"/>
            <a:ext cx="13953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solidFill>
                  <a:schemeClr val="accent2"/>
                </a:solidFill>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62" name="Google Shape;362;p41"/>
          <p:cNvSpPr txBox="1"/>
          <p:nvPr>
            <p:ph idx="4" type="subTitle"/>
          </p:nvPr>
        </p:nvSpPr>
        <p:spPr>
          <a:xfrm>
            <a:off x="5929000" y="2926550"/>
            <a:ext cx="16431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363" name="Google Shape;363;p41"/>
          <p:cNvSpPr txBox="1"/>
          <p:nvPr>
            <p:ph idx="5" type="subTitle"/>
          </p:nvPr>
        </p:nvSpPr>
        <p:spPr>
          <a:xfrm>
            <a:off x="5905750" y="2518950"/>
            <a:ext cx="16896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64" name="Google Shape;364;p41"/>
          <p:cNvSpPr txBox="1"/>
          <p:nvPr>
            <p:ph idx="6" type="subTitle"/>
          </p:nvPr>
        </p:nvSpPr>
        <p:spPr>
          <a:xfrm>
            <a:off x="6001300" y="2032688"/>
            <a:ext cx="14985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solidFill>
                  <a:schemeClr val="accent2"/>
                </a:solidFill>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65" name="Google Shape;365;p41"/>
          <p:cNvSpPr txBox="1"/>
          <p:nvPr>
            <p:ph idx="7" type="subTitle"/>
          </p:nvPr>
        </p:nvSpPr>
        <p:spPr>
          <a:xfrm>
            <a:off x="3768500" y="3407943"/>
            <a:ext cx="16068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366" name="Google Shape;366;p41"/>
          <p:cNvSpPr txBox="1"/>
          <p:nvPr>
            <p:ph idx="8" type="subTitle"/>
          </p:nvPr>
        </p:nvSpPr>
        <p:spPr>
          <a:xfrm>
            <a:off x="3604790" y="3039918"/>
            <a:ext cx="19344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67" name="Google Shape;367;p41"/>
          <p:cNvSpPr txBox="1"/>
          <p:nvPr>
            <p:ph idx="9" type="subTitle"/>
          </p:nvPr>
        </p:nvSpPr>
        <p:spPr>
          <a:xfrm>
            <a:off x="3604790" y="2529480"/>
            <a:ext cx="19344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solidFill>
                  <a:schemeClr val="accent2"/>
                </a:solidFill>
                <a:latin typeface="Squada One"/>
                <a:ea typeface="Squada One"/>
                <a:cs typeface="Squada One"/>
                <a:sym typeface="Squada One"/>
              </a:defRPr>
            </a:lvl1pPr>
            <a:lvl2pPr lvl="1" rtl="0" algn="ctr">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lgn="ctr">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lgn="ctr">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368" name="Google Shape;368;p41"/>
          <p:cNvSpPr/>
          <p:nvPr/>
        </p:nvSpPr>
        <p:spPr>
          <a:xfrm>
            <a:off x="3577850" y="1722475"/>
            <a:ext cx="1988100" cy="2905200"/>
          </a:xfrm>
          <a:prstGeom prst="rect">
            <a:avLst/>
          </a:prstGeom>
          <a:solidFill>
            <a:srgbClr val="FFFFFF">
              <a:alpha val="1192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rPr>
              <a:t>         </a:t>
            </a:r>
            <a:endParaRPr>
              <a:solidFill>
                <a:schemeClr val="dk1"/>
              </a:solidFill>
            </a:endParaRPr>
          </a:p>
        </p:txBody>
      </p:sp>
      <p:sp>
        <p:nvSpPr>
          <p:cNvPr id="369" name="Google Shape;369;p41"/>
          <p:cNvSpPr/>
          <p:nvPr/>
        </p:nvSpPr>
        <p:spPr>
          <a:xfrm>
            <a:off x="5756500" y="1177900"/>
            <a:ext cx="1988100" cy="2905200"/>
          </a:xfrm>
          <a:prstGeom prst="rect">
            <a:avLst/>
          </a:prstGeom>
          <a:solidFill>
            <a:srgbClr val="FFFFFF">
              <a:alpha val="1192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rPr>
              <a:t>         </a:t>
            </a:r>
            <a:endParaRPr>
              <a:solidFill>
                <a:schemeClr val="dk1"/>
              </a:solidFill>
            </a:endParaRPr>
          </a:p>
        </p:txBody>
      </p:sp>
      <p:sp>
        <p:nvSpPr>
          <p:cNvPr id="370" name="Google Shape;370;p41"/>
          <p:cNvSpPr/>
          <p:nvPr/>
        </p:nvSpPr>
        <p:spPr>
          <a:xfrm>
            <a:off x="1399400" y="1177900"/>
            <a:ext cx="1988100" cy="2905200"/>
          </a:xfrm>
          <a:prstGeom prst="rect">
            <a:avLst/>
          </a:prstGeom>
          <a:solidFill>
            <a:srgbClr val="FFFFFF">
              <a:alpha val="11920"/>
            </a:srgbClr>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solidFill>
                  <a:schemeClr val="dk1"/>
                </a:solidFill>
              </a:rPr>
              <a:t>         </a:t>
            </a:r>
            <a:endParaRPr>
              <a:solidFill>
                <a:schemeClr val="dk1"/>
              </a:solidFill>
            </a:endParaRPr>
          </a:p>
        </p:txBody>
      </p:sp>
      <p:pic>
        <p:nvPicPr>
          <p:cNvPr id="371" name="Google Shape;371;p41"/>
          <p:cNvPicPr preferRelativeResize="0"/>
          <p:nvPr/>
        </p:nvPicPr>
        <p:blipFill>
          <a:blip r:embed="rId2">
            <a:alphaModFix/>
          </a:blip>
          <a:stretch>
            <a:fillRect/>
          </a:stretch>
        </p:blipFill>
        <p:spPr>
          <a:xfrm flipH="1">
            <a:off x="6843125" y="0"/>
            <a:ext cx="2300675" cy="2075900"/>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8">
  <p:cSld name="CUSTOM_54">
    <p:spTree>
      <p:nvGrpSpPr>
        <p:cNvPr id="372" name="Shape 372"/>
        <p:cNvGrpSpPr/>
        <p:nvPr/>
      </p:nvGrpSpPr>
      <p:grpSpPr>
        <a:xfrm>
          <a:off x="0" y="0"/>
          <a:ext cx="0" cy="0"/>
          <a:chOff x="0" y="0"/>
          <a:chExt cx="0" cy="0"/>
        </a:xfrm>
      </p:grpSpPr>
      <p:sp>
        <p:nvSpPr>
          <p:cNvPr id="373" name="Google Shape;373;p42"/>
          <p:cNvSpPr txBox="1"/>
          <p:nvPr>
            <p:ph idx="1" type="subTitle"/>
          </p:nvPr>
        </p:nvSpPr>
        <p:spPr>
          <a:xfrm>
            <a:off x="974900" y="3744804"/>
            <a:ext cx="21570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74" name="Google Shape;374;p42"/>
          <p:cNvSpPr txBox="1"/>
          <p:nvPr>
            <p:ph idx="2" type="subTitle"/>
          </p:nvPr>
        </p:nvSpPr>
        <p:spPr>
          <a:xfrm>
            <a:off x="3554325" y="3744826"/>
            <a:ext cx="21447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75" name="Google Shape;375;p42"/>
          <p:cNvSpPr txBox="1"/>
          <p:nvPr>
            <p:ph idx="3" type="subTitle"/>
          </p:nvPr>
        </p:nvSpPr>
        <p:spPr>
          <a:xfrm>
            <a:off x="6002400" y="3747226"/>
            <a:ext cx="21447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76" name="Google Shape;376;p42"/>
          <p:cNvSpPr txBox="1"/>
          <p:nvPr>
            <p:ph idx="4" type="subTitle"/>
          </p:nvPr>
        </p:nvSpPr>
        <p:spPr>
          <a:xfrm>
            <a:off x="965900" y="3428412"/>
            <a:ext cx="21750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spcBef>
                <a:spcPts val="0"/>
              </a:spcBef>
              <a:spcAft>
                <a:spcPts val="0"/>
              </a:spcAft>
              <a:buSzPts val="1600"/>
              <a:buFont typeface="Squada One"/>
              <a:buNone/>
              <a:defRPr sz="1600">
                <a:latin typeface="Squada One"/>
                <a:ea typeface="Squada One"/>
                <a:cs typeface="Squada One"/>
                <a:sym typeface="Squada One"/>
              </a:defRPr>
            </a:lvl2pPr>
            <a:lvl3pPr lvl="2" rtl="0">
              <a:spcBef>
                <a:spcPts val="1600"/>
              </a:spcBef>
              <a:spcAft>
                <a:spcPts val="0"/>
              </a:spcAft>
              <a:buSzPts val="1600"/>
              <a:buFont typeface="Squada One"/>
              <a:buNone/>
              <a:defRPr sz="1600">
                <a:latin typeface="Squada One"/>
                <a:ea typeface="Squada One"/>
                <a:cs typeface="Squada One"/>
                <a:sym typeface="Squada One"/>
              </a:defRPr>
            </a:lvl3pPr>
            <a:lvl4pPr lvl="3" rtl="0">
              <a:spcBef>
                <a:spcPts val="1600"/>
              </a:spcBef>
              <a:spcAft>
                <a:spcPts val="0"/>
              </a:spcAft>
              <a:buSzPts val="1600"/>
              <a:buFont typeface="Squada One"/>
              <a:buNone/>
              <a:defRPr sz="1600">
                <a:latin typeface="Squada One"/>
                <a:ea typeface="Squada One"/>
                <a:cs typeface="Squada One"/>
                <a:sym typeface="Squada One"/>
              </a:defRPr>
            </a:lvl4pPr>
            <a:lvl5pPr lvl="4" rtl="0">
              <a:spcBef>
                <a:spcPts val="1600"/>
              </a:spcBef>
              <a:spcAft>
                <a:spcPts val="0"/>
              </a:spcAft>
              <a:buSzPts val="1600"/>
              <a:buFont typeface="Squada One"/>
              <a:buNone/>
              <a:defRPr sz="1600">
                <a:latin typeface="Squada One"/>
                <a:ea typeface="Squada One"/>
                <a:cs typeface="Squada One"/>
                <a:sym typeface="Squada One"/>
              </a:defRPr>
            </a:lvl5pPr>
            <a:lvl6pPr lvl="5" rtl="0">
              <a:spcBef>
                <a:spcPts val="1600"/>
              </a:spcBef>
              <a:spcAft>
                <a:spcPts val="0"/>
              </a:spcAft>
              <a:buSzPts val="1600"/>
              <a:buFont typeface="Squada One"/>
              <a:buNone/>
              <a:defRPr sz="1600">
                <a:latin typeface="Squada One"/>
                <a:ea typeface="Squada One"/>
                <a:cs typeface="Squada One"/>
                <a:sym typeface="Squada One"/>
              </a:defRPr>
            </a:lvl6pPr>
            <a:lvl7pPr lvl="6" rtl="0">
              <a:spcBef>
                <a:spcPts val="1600"/>
              </a:spcBef>
              <a:spcAft>
                <a:spcPts val="0"/>
              </a:spcAft>
              <a:buSzPts val="1600"/>
              <a:buFont typeface="Squada One"/>
              <a:buNone/>
              <a:defRPr sz="1600">
                <a:latin typeface="Squada One"/>
                <a:ea typeface="Squada One"/>
                <a:cs typeface="Squada One"/>
                <a:sym typeface="Squada One"/>
              </a:defRPr>
            </a:lvl7pPr>
            <a:lvl8pPr lvl="7" rtl="0">
              <a:spcBef>
                <a:spcPts val="1600"/>
              </a:spcBef>
              <a:spcAft>
                <a:spcPts val="0"/>
              </a:spcAft>
              <a:buSzPts val="1600"/>
              <a:buFont typeface="Squada One"/>
              <a:buNone/>
              <a:defRPr sz="1600">
                <a:latin typeface="Squada One"/>
                <a:ea typeface="Squada One"/>
                <a:cs typeface="Squada One"/>
                <a:sym typeface="Squada One"/>
              </a:defRPr>
            </a:lvl8pPr>
            <a:lvl9pPr lvl="8" rtl="0">
              <a:spcBef>
                <a:spcPts val="1600"/>
              </a:spcBef>
              <a:spcAft>
                <a:spcPts val="1600"/>
              </a:spcAft>
              <a:buSzPts val="1600"/>
              <a:buFont typeface="Squada One"/>
              <a:buNone/>
              <a:defRPr sz="1600">
                <a:latin typeface="Squada One"/>
                <a:ea typeface="Squada One"/>
                <a:cs typeface="Squada One"/>
                <a:sym typeface="Squada One"/>
              </a:defRPr>
            </a:lvl9pPr>
          </a:lstStyle>
          <a:p/>
        </p:txBody>
      </p:sp>
      <p:sp>
        <p:nvSpPr>
          <p:cNvPr id="377" name="Google Shape;377;p42"/>
          <p:cNvSpPr txBox="1"/>
          <p:nvPr>
            <p:ph idx="5" type="subTitle"/>
          </p:nvPr>
        </p:nvSpPr>
        <p:spPr>
          <a:xfrm>
            <a:off x="3566479" y="3439312"/>
            <a:ext cx="21447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spcBef>
                <a:spcPts val="0"/>
              </a:spcBef>
              <a:spcAft>
                <a:spcPts val="0"/>
              </a:spcAft>
              <a:buSzPts val="1600"/>
              <a:buFont typeface="Squada One"/>
              <a:buNone/>
              <a:defRPr sz="1600">
                <a:latin typeface="Squada One"/>
                <a:ea typeface="Squada One"/>
                <a:cs typeface="Squada One"/>
                <a:sym typeface="Squada One"/>
              </a:defRPr>
            </a:lvl2pPr>
            <a:lvl3pPr lvl="2" rtl="0">
              <a:spcBef>
                <a:spcPts val="1600"/>
              </a:spcBef>
              <a:spcAft>
                <a:spcPts val="0"/>
              </a:spcAft>
              <a:buSzPts val="1600"/>
              <a:buFont typeface="Squada One"/>
              <a:buNone/>
              <a:defRPr sz="1600">
                <a:latin typeface="Squada One"/>
                <a:ea typeface="Squada One"/>
                <a:cs typeface="Squada One"/>
                <a:sym typeface="Squada One"/>
              </a:defRPr>
            </a:lvl3pPr>
            <a:lvl4pPr lvl="3" rtl="0">
              <a:spcBef>
                <a:spcPts val="1600"/>
              </a:spcBef>
              <a:spcAft>
                <a:spcPts val="0"/>
              </a:spcAft>
              <a:buSzPts val="1600"/>
              <a:buFont typeface="Squada One"/>
              <a:buNone/>
              <a:defRPr sz="1600">
                <a:latin typeface="Squada One"/>
                <a:ea typeface="Squada One"/>
                <a:cs typeface="Squada One"/>
                <a:sym typeface="Squada One"/>
              </a:defRPr>
            </a:lvl4pPr>
            <a:lvl5pPr lvl="4" rtl="0">
              <a:spcBef>
                <a:spcPts val="1600"/>
              </a:spcBef>
              <a:spcAft>
                <a:spcPts val="0"/>
              </a:spcAft>
              <a:buSzPts val="1600"/>
              <a:buFont typeface="Squada One"/>
              <a:buNone/>
              <a:defRPr sz="1600">
                <a:latin typeface="Squada One"/>
                <a:ea typeface="Squada One"/>
                <a:cs typeface="Squada One"/>
                <a:sym typeface="Squada One"/>
              </a:defRPr>
            </a:lvl5pPr>
            <a:lvl6pPr lvl="5" rtl="0">
              <a:spcBef>
                <a:spcPts val="1600"/>
              </a:spcBef>
              <a:spcAft>
                <a:spcPts val="0"/>
              </a:spcAft>
              <a:buSzPts val="1600"/>
              <a:buFont typeface="Squada One"/>
              <a:buNone/>
              <a:defRPr sz="1600">
                <a:latin typeface="Squada One"/>
                <a:ea typeface="Squada One"/>
                <a:cs typeface="Squada One"/>
                <a:sym typeface="Squada One"/>
              </a:defRPr>
            </a:lvl6pPr>
            <a:lvl7pPr lvl="6" rtl="0">
              <a:spcBef>
                <a:spcPts val="1600"/>
              </a:spcBef>
              <a:spcAft>
                <a:spcPts val="0"/>
              </a:spcAft>
              <a:buSzPts val="1600"/>
              <a:buFont typeface="Squada One"/>
              <a:buNone/>
              <a:defRPr sz="1600">
                <a:latin typeface="Squada One"/>
                <a:ea typeface="Squada One"/>
                <a:cs typeface="Squada One"/>
                <a:sym typeface="Squada One"/>
              </a:defRPr>
            </a:lvl7pPr>
            <a:lvl8pPr lvl="7" rtl="0">
              <a:spcBef>
                <a:spcPts val="1600"/>
              </a:spcBef>
              <a:spcAft>
                <a:spcPts val="0"/>
              </a:spcAft>
              <a:buSzPts val="1600"/>
              <a:buFont typeface="Squada One"/>
              <a:buNone/>
              <a:defRPr sz="1600">
                <a:latin typeface="Squada One"/>
                <a:ea typeface="Squada One"/>
                <a:cs typeface="Squada One"/>
                <a:sym typeface="Squada One"/>
              </a:defRPr>
            </a:lvl8pPr>
            <a:lvl9pPr lvl="8" rtl="0">
              <a:spcBef>
                <a:spcPts val="1600"/>
              </a:spcBef>
              <a:spcAft>
                <a:spcPts val="1600"/>
              </a:spcAft>
              <a:buSzPts val="1600"/>
              <a:buFont typeface="Squada One"/>
              <a:buNone/>
              <a:defRPr sz="1600">
                <a:latin typeface="Squada One"/>
                <a:ea typeface="Squada One"/>
                <a:cs typeface="Squada One"/>
                <a:sym typeface="Squada One"/>
              </a:defRPr>
            </a:lvl9pPr>
          </a:lstStyle>
          <a:p/>
        </p:txBody>
      </p:sp>
      <p:sp>
        <p:nvSpPr>
          <p:cNvPr id="378" name="Google Shape;378;p42"/>
          <p:cNvSpPr txBox="1"/>
          <p:nvPr>
            <p:ph idx="6" type="subTitle"/>
          </p:nvPr>
        </p:nvSpPr>
        <p:spPr>
          <a:xfrm>
            <a:off x="5987250" y="3439300"/>
            <a:ext cx="21750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spcBef>
                <a:spcPts val="0"/>
              </a:spcBef>
              <a:spcAft>
                <a:spcPts val="0"/>
              </a:spcAft>
              <a:buSzPts val="1600"/>
              <a:buFont typeface="Squada One"/>
              <a:buNone/>
              <a:defRPr sz="1600">
                <a:latin typeface="Squada One"/>
                <a:ea typeface="Squada One"/>
                <a:cs typeface="Squada One"/>
                <a:sym typeface="Squada One"/>
              </a:defRPr>
            </a:lvl2pPr>
            <a:lvl3pPr lvl="2" rtl="0">
              <a:spcBef>
                <a:spcPts val="1600"/>
              </a:spcBef>
              <a:spcAft>
                <a:spcPts val="0"/>
              </a:spcAft>
              <a:buSzPts val="1600"/>
              <a:buFont typeface="Squada One"/>
              <a:buNone/>
              <a:defRPr sz="1600">
                <a:latin typeface="Squada One"/>
                <a:ea typeface="Squada One"/>
                <a:cs typeface="Squada One"/>
                <a:sym typeface="Squada One"/>
              </a:defRPr>
            </a:lvl3pPr>
            <a:lvl4pPr lvl="3" rtl="0">
              <a:spcBef>
                <a:spcPts val="1600"/>
              </a:spcBef>
              <a:spcAft>
                <a:spcPts val="0"/>
              </a:spcAft>
              <a:buSzPts val="1600"/>
              <a:buFont typeface="Squada One"/>
              <a:buNone/>
              <a:defRPr sz="1600">
                <a:latin typeface="Squada One"/>
                <a:ea typeface="Squada One"/>
                <a:cs typeface="Squada One"/>
                <a:sym typeface="Squada One"/>
              </a:defRPr>
            </a:lvl4pPr>
            <a:lvl5pPr lvl="4" rtl="0">
              <a:spcBef>
                <a:spcPts val="1600"/>
              </a:spcBef>
              <a:spcAft>
                <a:spcPts val="0"/>
              </a:spcAft>
              <a:buSzPts val="1600"/>
              <a:buFont typeface="Squada One"/>
              <a:buNone/>
              <a:defRPr sz="1600">
                <a:latin typeface="Squada One"/>
                <a:ea typeface="Squada One"/>
                <a:cs typeface="Squada One"/>
                <a:sym typeface="Squada One"/>
              </a:defRPr>
            </a:lvl5pPr>
            <a:lvl6pPr lvl="5" rtl="0">
              <a:spcBef>
                <a:spcPts val="1600"/>
              </a:spcBef>
              <a:spcAft>
                <a:spcPts val="0"/>
              </a:spcAft>
              <a:buSzPts val="1600"/>
              <a:buFont typeface="Squada One"/>
              <a:buNone/>
              <a:defRPr sz="1600">
                <a:latin typeface="Squada One"/>
                <a:ea typeface="Squada One"/>
                <a:cs typeface="Squada One"/>
                <a:sym typeface="Squada One"/>
              </a:defRPr>
            </a:lvl6pPr>
            <a:lvl7pPr lvl="6" rtl="0">
              <a:spcBef>
                <a:spcPts val="1600"/>
              </a:spcBef>
              <a:spcAft>
                <a:spcPts val="0"/>
              </a:spcAft>
              <a:buSzPts val="1600"/>
              <a:buFont typeface="Squada One"/>
              <a:buNone/>
              <a:defRPr sz="1600">
                <a:latin typeface="Squada One"/>
                <a:ea typeface="Squada One"/>
                <a:cs typeface="Squada One"/>
                <a:sym typeface="Squada One"/>
              </a:defRPr>
            </a:lvl7pPr>
            <a:lvl8pPr lvl="7" rtl="0">
              <a:spcBef>
                <a:spcPts val="1600"/>
              </a:spcBef>
              <a:spcAft>
                <a:spcPts val="0"/>
              </a:spcAft>
              <a:buSzPts val="1600"/>
              <a:buFont typeface="Squada One"/>
              <a:buNone/>
              <a:defRPr sz="1600">
                <a:latin typeface="Squada One"/>
                <a:ea typeface="Squada One"/>
                <a:cs typeface="Squada One"/>
                <a:sym typeface="Squada One"/>
              </a:defRPr>
            </a:lvl8pPr>
            <a:lvl9pPr lvl="8" rtl="0">
              <a:spcBef>
                <a:spcPts val="1600"/>
              </a:spcBef>
              <a:spcAft>
                <a:spcPts val="1600"/>
              </a:spcAft>
              <a:buSzPts val="1600"/>
              <a:buFont typeface="Squada One"/>
              <a:buNone/>
              <a:defRPr sz="1600">
                <a:latin typeface="Squada One"/>
                <a:ea typeface="Squada One"/>
                <a:cs typeface="Squada One"/>
                <a:sym typeface="Squada One"/>
              </a:defRPr>
            </a:lvl9pPr>
          </a:lstStyle>
          <a:p/>
        </p:txBody>
      </p:sp>
      <p:pic>
        <p:nvPicPr>
          <p:cNvPr id="379" name="Google Shape;379;p42"/>
          <p:cNvPicPr preferRelativeResize="0"/>
          <p:nvPr/>
        </p:nvPicPr>
        <p:blipFill>
          <a:blip r:embed="rId2">
            <a:alphaModFix/>
          </a:blip>
          <a:stretch>
            <a:fillRect/>
          </a:stretch>
        </p:blipFill>
        <p:spPr>
          <a:xfrm>
            <a:off x="0" y="-228600"/>
            <a:ext cx="2300675" cy="2075900"/>
          </a:xfrm>
          <a:prstGeom prst="rect">
            <a:avLst/>
          </a:prstGeom>
          <a:noFill/>
          <a:ln>
            <a:noFill/>
          </a:ln>
        </p:spPr>
      </p:pic>
      <p:pic>
        <p:nvPicPr>
          <p:cNvPr id="380" name="Google Shape;380;p42"/>
          <p:cNvPicPr preferRelativeResize="0"/>
          <p:nvPr/>
        </p:nvPicPr>
        <p:blipFill>
          <a:blip r:embed="rId2">
            <a:alphaModFix/>
          </a:blip>
          <a:stretch>
            <a:fillRect/>
          </a:stretch>
        </p:blipFill>
        <p:spPr>
          <a:xfrm flipH="1">
            <a:off x="6843325" y="-228600"/>
            <a:ext cx="2300675" cy="2075900"/>
          </a:xfrm>
          <a:prstGeom prst="rect">
            <a:avLst/>
          </a:prstGeom>
          <a:noFill/>
          <a:ln>
            <a:noFill/>
          </a:ln>
        </p:spPr>
      </p:pic>
      <p:pic>
        <p:nvPicPr>
          <p:cNvPr id="381" name="Google Shape;381;p42"/>
          <p:cNvPicPr preferRelativeResize="0"/>
          <p:nvPr/>
        </p:nvPicPr>
        <p:blipFill>
          <a:blip r:embed="rId2">
            <a:alphaModFix/>
          </a:blip>
          <a:stretch>
            <a:fillRect/>
          </a:stretch>
        </p:blipFill>
        <p:spPr>
          <a:xfrm flipH="1" rot="10800000">
            <a:off x="0" y="3997725"/>
            <a:ext cx="2300675" cy="2075900"/>
          </a:xfrm>
          <a:prstGeom prst="rect">
            <a:avLst/>
          </a:prstGeom>
          <a:noFill/>
          <a:ln>
            <a:noFill/>
          </a:ln>
        </p:spPr>
      </p:pic>
      <p:pic>
        <p:nvPicPr>
          <p:cNvPr id="382" name="Google Shape;382;p42"/>
          <p:cNvPicPr preferRelativeResize="0"/>
          <p:nvPr/>
        </p:nvPicPr>
        <p:blipFill>
          <a:blip r:embed="rId2">
            <a:alphaModFix/>
          </a:blip>
          <a:stretch>
            <a:fillRect/>
          </a:stretch>
        </p:blipFill>
        <p:spPr>
          <a:xfrm rot="10800000">
            <a:off x="6843325" y="3997725"/>
            <a:ext cx="2300675" cy="2075900"/>
          </a:xfrm>
          <a:prstGeom prst="rect">
            <a:avLst/>
          </a:prstGeom>
          <a:noFill/>
          <a:ln>
            <a:noFill/>
          </a:ln>
        </p:spPr>
      </p:pic>
      <p:sp>
        <p:nvSpPr>
          <p:cNvPr id="383" name="Google Shape;383;p42"/>
          <p:cNvSpPr txBox="1"/>
          <p:nvPr>
            <p:ph type="ctrTitle"/>
          </p:nvPr>
        </p:nvSpPr>
        <p:spPr>
          <a:xfrm flipH="1">
            <a:off x="457200" y="445025"/>
            <a:ext cx="82296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7">
    <p:spTree>
      <p:nvGrpSpPr>
        <p:cNvPr id="384" name="Shape 384"/>
        <p:cNvGrpSpPr/>
        <p:nvPr/>
      </p:nvGrpSpPr>
      <p:grpSpPr>
        <a:xfrm>
          <a:off x="0" y="0"/>
          <a:ext cx="0" cy="0"/>
          <a:chOff x="0" y="0"/>
          <a:chExt cx="0" cy="0"/>
        </a:xfrm>
      </p:grpSpPr>
      <p:pic>
        <p:nvPicPr>
          <p:cNvPr id="385" name="Google Shape;385;p43"/>
          <p:cNvPicPr preferRelativeResize="0"/>
          <p:nvPr/>
        </p:nvPicPr>
        <p:blipFill>
          <a:blip r:embed="rId2">
            <a:alphaModFix/>
          </a:blip>
          <a:stretch>
            <a:fillRect/>
          </a:stretch>
        </p:blipFill>
        <p:spPr>
          <a:xfrm flipH="1">
            <a:off x="6843225" y="6"/>
            <a:ext cx="2300675" cy="2075900"/>
          </a:xfrm>
          <a:prstGeom prst="rect">
            <a:avLst/>
          </a:prstGeom>
          <a:noFill/>
          <a:ln>
            <a:noFill/>
          </a:ln>
        </p:spPr>
      </p:pic>
      <p:sp>
        <p:nvSpPr>
          <p:cNvPr id="386" name="Google Shape;386;p43"/>
          <p:cNvSpPr txBox="1"/>
          <p:nvPr>
            <p:ph type="ctrTitle"/>
          </p:nvPr>
        </p:nvSpPr>
        <p:spPr>
          <a:xfrm flipH="1">
            <a:off x="457200" y="452237"/>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600"/>
              <a:buNone/>
              <a:defRPr sz="36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pic>
        <p:nvPicPr>
          <p:cNvPr id="387" name="Google Shape;387;p43"/>
          <p:cNvPicPr preferRelativeResize="0"/>
          <p:nvPr/>
        </p:nvPicPr>
        <p:blipFill>
          <a:blip r:embed="rId2">
            <a:alphaModFix/>
          </a:blip>
          <a:stretch>
            <a:fillRect/>
          </a:stretch>
        </p:blipFill>
        <p:spPr>
          <a:xfrm>
            <a:off x="-258926" y="4150897"/>
            <a:ext cx="1414025" cy="1275850"/>
          </a:xfrm>
          <a:prstGeom prst="rect">
            <a:avLst/>
          </a:prstGeom>
          <a:noFill/>
          <a:ln>
            <a:noFill/>
          </a:ln>
        </p:spPr>
      </p:pic>
      <p:pic>
        <p:nvPicPr>
          <p:cNvPr id="388" name="Google Shape;388;p43"/>
          <p:cNvPicPr preferRelativeResize="0"/>
          <p:nvPr/>
        </p:nvPicPr>
        <p:blipFill>
          <a:blip r:embed="rId2">
            <a:alphaModFix/>
          </a:blip>
          <a:stretch>
            <a:fillRect/>
          </a:stretch>
        </p:blipFill>
        <p:spPr>
          <a:xfrm>
            <a:off x="0" y="6"/>
            <a:ext cx="2300675" cy="2075900"/>
          </a:xfrm>
          <a:prstGeom prst="rect">
            <a:avLst/>
          </a:prstGeom>
          <a:noFill/>
          <a:ln>
            <a:noFill/>
          </a:ln>
        </p:spPr>
      </p:pic>
      <p:pic>
        <p:nvPicPr>
          <p:cNvPr id="389" name="Google Shape;389;p43"/>
          <p:cNvPicPr preferRelativeResize="0"/>
          <p:nvPr/>
        </p:nvPicPr>
        <p:blipFill>
          <a:blip r:embed="rId2">
            <a:alphaModFix/>
          </a:blip>
          <a:stretch>
            <a:fillRect/>
          </a:stretch>
        </p:blipFill>
        <p:spPr>
          <a:xfrm flipH="1">
            <a:off x="7967964" y="4293802"/>
            <a:ext cx="1414025" cy="1275850"/>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8">
    <p:spTree>
      <p:nvGrpSpPr>
        <p:cNvPr id="390" name="Shape 390"/>
        <p:cNvGrpSpPr/>
        <p:nvPr/>
      </p:nvGrpSpPr>
      <p:grpSpPr>
        <a:xfrm>
          <a:off x="0" y="0"/>
          <a:ext cx="0" cy="0"/>
          <a:chOff x="0" y="0"/>
          <a:chExt cx="0" cy="0"/>
        </a:xfrm>
      </p:grpSpPr>
      <p:pic>
        <p:nvPicPr>
          <p:cNvPr id="391" name="Google Shape;391;p44"/>
          <p:cNvPicPr preferRelativeResize="0"/>
          <p:nvPr/>
        </p:nvPicPr>
        <p:blipFill>
          <a:blip r:embed="rId2">
            <a:alphaModFix/>
          </a:blip>
          <a:stretch>
            <a:fillRect/>
          </a:stretch>
        </p:blipFill>
        <p:spPr>
          <a:xfrm>
            <a:off x="0" y="3762551"/>
            <a:ext cx="2300675" cy="2075900"/>
          </a:xfrm>
          <a:prstGeom prst="rect">
            <a:avLst/>
          </a:prstGeom>
          <a:noFill/>
          <a:ln>
            <a:noFill/>
          </a:ln>
        </p:spPr>
      </p:pic>
      <p:pic>
        <p:nvPicPr>
          <p:cNvPr id="392" name="Google Shape;392;p44"/>
          <p:cNvPicPr preferRelativeResize="0"/>
          <p:nvPr/>
        </p:nvPicPr>
        <p:blipFill>
          <a:blip r:embed="rId2">
            <a:alphaModFix/>
          </a:blip>
          <a:stretch>
            <a:fillRect/>
          </a:stretch>
        </p:blipFill>
        <p:spPr>
          <a:xfrm flipH="1">
            <a:off x="6843325" y="3762551"/>
            <a:ext cx="2300675" cy="2075900"/>
          </a:xfrm>
          <a:prstGeom prst="rect">
            <a:avLst/>
          </a:prstGeom>
          <a:noFill/>
          <a:ln>
            <a:noFill/>
          </a:ln>
        </p:spPr>
      </p:pic>
      <p:pic>
        <p:nvPicPr>
          <p:cNvPr id="393" name="Google Shape;393;p44"/>
          <p:cNvPicPr preferRelativeResize="0"/>
          <p:nvPr/>
        </p:nvPicPr>
        <p:blipFill>
          <a:blip r:embed="rId2">
            <a:alphaModFix/>
          </a:blip>
          <a:stretch>
            <a:fillRect/>
          </a:stretch>
        </p:blipFill>
        <p:spPr>
          <a:xfrm flipH="1" rot="10800000">
            <a:off x="0" y="-38650"/>
            <a:ext cx="3300524" cy="2978075"/>
          </a:xfrm>
          <a:prstGeom prst="rect">
            <a:avLst/>
          </a:prstGeom>
          <a:noFill/>
          <a:ln>
            <a:noFill/>
          </a:ln>
        </p:spPr>
      </p:pic>
      <p:pic>
        <p:nvPicPr>
          <p:cNvPr id="394" name="Google Shape;394;p44"/>
          <p:cNvPicPr preferRelativeResize="0"/>
          <p:nvPr/>
        </p:nvPicPr>
        <p:blipFill>
          <a:blip r:embed="rId2">
            <a:alphaModFix/>
          </a:blip>
          <a:stretch>
            <a:fillRect/>
          </a:stretch>
        </p:blipFill>
        <p:spPr>
          <a:xfrm rot="10800000">
            <a:off x="5843475" y="0"/>
            <a:ext cx="3300524" cy="2978075"/>
          </a:xfrm>
          <a:prstGeom prst="rect">
            <a:avLst/>
          </a:prstGeom>
          <a:noFill/>
          <a:ln>
            <a:noFill/>
          </a:ln>
        </p:spPr>
      </p:pic>
      <p:sp>
        <p:nvSpPr>
          <p:cNvPr id="395" name="Google Shape;395;p44"/>
          <p:cNvSpPr txBox="1"/>
          <p:nvPr>
            <p:ph type="ctrTitle"/>
          </p:nvPr>
        </p:nvSpPr>
        <p:spPr>
          <a:xfrm flipH="1">
            <a:off x="540000" y="452237"/>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19">
    <p:spTree>
      <p:nvGrpSpPr>
        <p:cNvPr id="396" name="Shape 396"/>
        <p:cNvGrpSpPr/>
        <p:nvPr/>
      </p:nvGrpSpPr>
      <p:grpSpPr>
        <a:xfrm>
          <a:off x="0" y="0"/>
          <a:ext cx="0" cy="0"/>
          <a:chOff x="0" y="0"/>
          <a:chExt cx="0" cy="0"/>
        </a:xfrm>
      </p:grpSpPr>
      <p:pic>
        <p:nvPicPr>
          <p:cNvPr id="397" name="Google Shape;397;p45"/>
          <p:cNvPicPr preferRelativeResize="0"/>
          <p:nvPr/>
        </p:nvPicPr>
        <p:blipFill>
          <a:blip r:embed="rId2">
            <a:alphaModFix/>
          </a:blip>
          <a:stretch>
            <a:fillRect/>
          </a:stretch>
        </p:blipFill>
        <p:spPr>
          <a:xfrm>
            <a:off x="-771524" y="-514075"/>
            <a:ext cx="2933449" cy="2646850"/>
          </a:xfrm>
          <a:prstGeom prst="rect">
            <a:avLst/>
          </a:prstGeom>
          <a:noFill/>
          <a:ln>
            <a:noFill/>
          </a:ln>
        </p:spPr>
      </p:pic>
      <p:pic>
        <p:nvPicPr>
          <p:cNvPr id="398" name="Google Shape;398;p45"/>
          <p:cNvPicPr preferRelativeResize="0"/>
          <p:nvPr/>
        </p:nvPicPr>
        <p:blipFill>
          <a:blip r:embed="rId2">
            <a:alphaModFix/>
          </a:blip>
          <a:stretch>
            <a:fillRect/>
          </a:stretch>
        </p:blipFill>
        <p:spPr>
          <a:xfrm flipH="1">
            <a:off x="6972867" y="-514075"/>
            <a:ext cx="2933449" cy="2646850"/>
          </a:xfrm>
          <a:prstGeom prst="rect">
            <a:avLst/>
          </a:prstGeom>
          <a:noFill/>
          <a:ln>
            <a:noFill/>
          </a:ln>
        </p:spPr>
      </p:pic>
      <p:pic>
        <p:nvPicPr>
          <p:cNvPr id="399" name="Google Shape;399;p45"/>
          <p:cNvPicPr preferRelativeResize="0"/>
          <p:nvPr/>
        </p:nvPicPr>
        <p:blipFill>
          <a:blip r:embed="rId2">
            <a:alphaModFix/>
          </a:blip>
          <a:stretch>
            <a:fillRect/>
          </a:stretch>
        </p:blipFill>
        <p:spPr>
          <a:xfrm flipH="1" rot="10800000">
            <a:off x="0" y="3997725"/>
            <a:ext cx="2300675" cy="2075900"/>
          </a:xfrm>
          <a:prstGeom prst="rect">
            <a:avLst/>
          </a:prstGeom>
          <a:noFill/>
          <a:ln>
            <a:noFill/>
          </a:ln>
        </p:spPr>
      </p:pic>
      <p:pic>
        <p:nvPicPr>
          <p:cNvPr id="400" name="Google Shape;400;p45"/>
          <p:cNvPicPr preferRelativeResize="0"/>
          <p:nvPr/>
        </p:nvPicPr>
        <p:blipFill>
          <a:blip r:embed="rId2">
            <a:alphaModFix/>
          </a:blip>
          <a:stretch>
            <a:fillRect/>
          </a:stretch>
        </p:blipFill>
        <p:spPr>
          <a:xfrm rot="10800000">
            <a:off x="6843325" y="3997725"/>
            <a:ext cx="2300675" cy="2075900"/>
          </a:xfrm>
          <a:prstGeom prst="rect">
            <a:avLst/>
          </a:prstGeom>
          <a:noFill/>
          <a:ln>
            <a:noFill/>
          </a:ln>
        </p:spPr>
      </p:pic>
      <p:sp>
        <p:nvSpPr>
          <p:cNvPr id="401" name="Google Shape;401;p45"/>
          <p:cNvSpPr txBox="1"/>
          <p:nvPr>
            <p:ph type="ctrTitle"/>
          </p:nvPr>
        </p:nvSpPr>
        <p:spPr>
          <a:xfrm flipH="1">
            <a:off x="540000" y="452237"/>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5">
  <p:cSld name="CUSTOM_23">
    <p:spTree>
      <p:nvGrpSpPr>
        <p:cNvPr id="402" name="Shape 402"/>
        <p:cNvGrpSpPr/>
        <p:nvPr/>
      </p:nvGrpSpPr>
      <p:grpSpPr>
        <a:xfrm>
          <a:off x="0" y="0"/>
          <a:ext cx="0" cy="0"/>
          <a:chOff x="0" y="0"/>
          <a:chExt cx="0" cy="0"/>
        </a:xfrm>
      </p:grpSpPr>
      <p:sp>
        <p:nvSpPr>
          <p:cNvPr id="403" name="Google Shape;403;p46"/>
          <p:cNvSpPr txBox="1"/>
          <p:nvPr>
            <p:ph type="ctrTitle"/>
          </p:nvPr>
        </p:nvSpPr>
        <p:spPr>
          <a:xfrm flipH="1">
            <a:off x="457200" y="452237"/>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404" name="Google Shape;404;p46"/>
          <p:cNvSpPr txBox="1"/>
          <p:nvPr>
            <p:ph idx="2" type="ctrTitle"/>
          </p:nvPr>
        </p:nvSpPr>
        <p:spPr>
          <a:xfrm>
            <a:off x="1690457" y="1900424"/>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05" name="Google Shape;405;p46"/>
          <p:cNvSpPr txBox="1"/>
          <p:nvPr>
            <p:ph idx="1" type="subTitle"/>
          </p:nvPr>
        </p:nvSpPr>
        <p:spPr>
          <a:xfrm>
            <a:off x="2051807" y="23697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406" name="Google Shape;406;p46"/>
          <p:cNvSpPr txBox="1"/>
          <p:nvPr>
            <p:ph idx="3" type="ctrTitle"/>
          </p:nvPr>
        </p:nvSpPr>
        <p:spPr>
          <a:xfrm>
            <a:off x="1690457" y="340500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07" name="Google Shape;407;p46"/>
          <p:cNvSpPr txBox="1"/>
          <p:nvPr>
            <p:ph idx="4" type="subTitle"/>
          </p:nvPr>
        </p:nvSpPr>
        <p:spPr>
          <a:xfrm>
            <a:off x="2051807" y="387172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408" name="Google Shape;408;p46"/>
          <p:cNvSpPr txBox="1"/>
          <p:nvPr>
            <p:ph idx="5" type="ctrTitle"/>
          </p:nvPr>
        </p:nvSpPr>
        <p:spPr>
          <a:xfrm>
            <a:off x="4824357" y="1900424"/>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09" name="Google Shape;409;p46"/>
          <p:cNvSpPr txBox="1"/>
          <p:nvPr>
            <p:ph idx="6" type="subTitle"/>
          </p:nvPr>
        </p:nvSpPr>
        <p:spPr>
          <a:xfrm>
            <a:off x="5185707" y="23697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410" name="Google Shape;410;p46"/>
          <p:cNvSpPr txBox="1"/>
          <p:nvPr>
            <p:ph idx="7" type="ctrTitle"/>
          </p:nvPr>
        </p:nvSpPr>
        <p:spPr>
          <a:xfrm>
            <a:off x="4824357" y="340500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11" name="Google Shape;411;p46"/>
          <p:cNvSpPr txBox="1"/>
          <p:nvPr>
            <p:ph idx="8" type="subTitle"/>
          </p:nvPr>
        </p:nvSpPr>
        <p:spPr>
          <a:xfrm>
            <a:off x="5185707" y="387172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cxnSp>
        <p:nvCxnSpPr>
          <p:cNvPr id="412" name="Google Shape;412;p46"/>
          <p:cNvCxnSpPr/>
          <p:nvPr/>
        </p:nvCxnSpPr>
        <p:spPr>
          <a:xfrm>
            <a:off x="2273400" y="2110663"/>
            <a:ext cx="4597200" cy="0"/>
          </a:xfrm>
          <a:prstGeom prst="straightConnector1">
            <a:avLst/>
          </a:prstGeom>
          <a:noFill/>
          <a:ln cap="flat" cmpd="sng" w="19050">
            <a:solidFill>
              <a:schemeClr val="lt1"/>
            </a:solidFill>
            <a:prstDash val="solid"/>
            <a:round/>
            <a:headEnd len="med" w="med" type="none"/>
            <a:tailEnd len="med" w="med" type="none"/>
          </a:ln>
        </p:spPr>
      </p:cxnSp>
      <p:cxnSp>
        <p:nvCxnSpPr>
          <p:cNvPr id="413" name="Google Shape;413;p46"/>
          <p:cNvCxnSpPr/>
          <p:nvPr/>
        </p:nvCxnSpPr>
        <p:spPr>
          <a:xfrm>
            <a:off x="2273400" y="3627438"/>
            <a:ext cx="4597200" cy="0"/>
          </a:xfrm>
          <a:prstGeom prst="straightConnector1">
            <a:avLst/>
          </a:prstGeom>
          <a:noFill/>
          <a:ln cap="flat" cmpd="sng" w="19050">
            <a:solidFill>
              <a:schemeClr val="lt1"/>
            </a:solidFill>
            <a:prstDash val="solid"/>
            <a:round/>
            <a:headEnd len="med" w="med" type="none"/>
            <a:tailEnd len="med" w="med" type="none"/>
          </a:ln>
        </p:spPr>
      </p:cxnSp>
      <p:pic>
        <p:nvPicPr>
          <p:cNvPr id="414" name="Google Shape;414;p46"/>
          <p:cNvPicPr preferRelativeResize="0"/>
          <p:nvPr/>
        </p:nvPicPr>
        <p:blipFill>
          <a:blip r:embed="rId2">
            <a:alphaModFix/>
          </a:blip>
          <a:stretch>
            <a:fillRect/>
          </a:stretch>
        </p:blipFill>
        <p:spPr>
          <a:xfrm flipH="1" rot="-5400000">
            <a:off x="6941050" y="-576048"/>
            <a:ext cx="2754276" cy="2485175"/>
          </a:xfrm>
          <a:prstGeom prst="rect">
            <a:avLst/>
          </a:prstGeom>
          <a:noFill/>
          <a:ln>
            <a:noFill/>
          </a:ln>
        </p:spPr>
      </p:pic>
      <p:pic>
        <p:nvPicPr>
          <p:cNvPr id="415" name="Google Shape;415;p46"/>
          <p:cNvPicPr preferRelativeResize="0"/>
          <p:nvPr/>
        </p:nvPicPr>
        <p:blipFill>
          <a:blip r:embed="rId2">
            <a:alphaModFix/>
          </a:blip>
          <a:stretch>
            <a:fillRect/>
          </a:stretch>
        </p:blipFill>
        <p:spPr>
          <a:xfrm rot="5400000">
            <a:off x="-134550" y="-576388"/>
            <a:ext cx="2754276" cy="2485175"/>
          </a:xfrm>
          <a:prstGeom prst="rect">
            <a:avLst/>
          </a:prstGeom>
          <a:noFill/>
          <a:ln>
            <a:noFill/>
          </a:ln>
        </p:spPr>
      </p:pic>
      <p:pic>
        <p:nvPicPr>
          <p:cNvPr id="416" name="Google Shape;416;p46"/>
          <p:cNvPicPr preferRelativeResize="0"/>
          <p:nvPr/>
        </p:nvPicPr>
        <p:blipFill>
          <a:blip r:embed="rId2">
            <a:alphaModFix/>
          </a:blip>
          <a:stretch>
            <a:fillRect/>
          </a:stretch>
        </p:blipFill>
        <p:spPr>
          <a:xfrm rot="5400000">
            <a:off x="-144075" y="3612343"/>
            <a:ext cx="2754276" cy="2485175"/>
          </a:xfrm>
          <a:prstGeom prst="rect">
            <a:avLst/>
          </a:prstGeom>
          <a:noFill/>
          <a:ln>
            <a:noFill/>
          </a:ln>
        </p:spPr>
      </p:pic>
      <p:pic>
        <p:nvPicPr>
          <p:cNvPr id="417" name="Google Shape;417;p46"/>
          <p:cNvPicPr preferRelativeResize="0"/>
          <p:nvPr/>
        </p:nvPicPr>
        <p:blipFill>
          <a:blip r:embed="rId2">
            <a:alphaModFix/>
          </a:blip>
          <a:stretch>
            <a:fillRect/>
          </a:stretch>
        </p:blipFill>
        <p:spPr>
          <a:xfrm flipH="1" rot="-5400000">
            <a:off x="6931525" y="3621493"/>
            <a:ext cx="2754276" cy="2485175"/>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6">
  <p:cSld name="CUSTOM_24">
    <p:spTree>
      <p:nvGrpSpPr>
        <p:cNvPr id="418" name="Shape 418"/>
        <p:cNvGrpSpPr/>
        <p:nvPr/>
      </p:nvGrpSpPr>
      <p:grpSpPr>
        <a:xfrm>
          <a:off x="0" y="0"/>
          <a:ext cx="0" cy="0"/>
          <a:chOff x="0" y="0"/>
          <a:chExt cx="0" cy="0"/>
        </a:xfrm>
      </p:grpSpPr>
      <p:sp>
        <p:nvSpPr>
          <p:cNvPr id="419" name="Google Shape;419;p47"/>
          <p:cNvSpPr txBox="1"/>
          <p:nvPr>
            <p:ph type="ctrTitle"/>
          </p:nvPr>
        </p:nvSpPr>
        <p:spPr>
          <a:xfrm flipH="1">
            <a:off x="540000" y="452237"/>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420" name="Google Shape;420;p47"/>
          <p:cNvSpPr txBox="1"/>
          <p:nvPr>
            <p:ph idx="2" type="ctrTitle"/>
          </p:nvPr>
        </p:nvSpPr>
        <p:spPr>
          <a:xfrm>
            <a:off x="229439" y="2376009"/>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21" name="Google Shape;421;p47"/>
          <p:cNvSpPr txBox="1"/>
          <p:nvPr>
            <p:ph idx="1" type="subTitle"/>
          </p:nvPr>
        </p:nvSpPr>
        <p:spPr>
          <a:xfrm>
            <a:off x="590789" y="2837472"/>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422" name="Google Shape;422;p47"/>
          <p:cNvSpPr txBox="1"/>
          <p:nvPr>
            <p:ph idx="3" type="ctrTitle"/>
          </p:nvPr>
        </p:nvSpPr>
        <p:spPr>
          <a:xfrm>
            <a:off x="2243273" y="2381109"/>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23" name="Google Shape;423;p47"/>
          <p:cNvSpPr txBox="1"/>
          <p:nvPr>
            <p:ph idx="4" type="subTitle"/>
          </p:nvPr>
        </p:nvSpPr>
        <p:spPr>
          <a:xfrm>
            <a:off x="2604623" y="2842572"/>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424" name="Google Shape;424;p47"/>
          <p:cNvSpPr txBox="1"/>
          <p:nvPr>
            <p:ph idx="5" type="ctrTitle"/>
          </p:nvPr>
        </p:nvSpPr>
        <p:spPr>
          <a:xfrm>
            <a:off x="4285903" y="2386506"/>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25" name="Google Shape;425;p47"/>
          <p:cNvSpPr txBox="1"/>
          <p:nvPr>
            <p:ph idx="6" type="subTitle"/>
          </p:nvPr>
        </p:nvSpPr>
        <p:spPr>
          <a:xfrm>
            <a:off x="4647253" y="2847969"/>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426" name="Google Shape;426;p47"/>
          <p:cNvSpPr txBox="1"/>
          <p:nvPr>
            <p:ph idx="7" type="ctrTitle"/>
          </p:nvPr>
        </p:nvSpPr>
        <p:spPr>
          <a:xfrm>
            <a:off x="6290426" y="2391606"/>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400"/>
              <a:buNone/>
              <a:defRPr sz="1600">
                <a:solidFill>
                  <a:schemeClr val="accent2"/>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27" name="Google Shape;427;p47"/>
          <p:cNvSpPr txBox="1"/>
          <p:nvPr>
            <p:ph idx="8" type="subTitle"/>
          </p:nvPr>
        </p:nvSpPr>
        <p:spPr>
          <a:xfrm>
            <a:off x="6651776" y="2853069"/>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pic>
        <p:nvPicPr>
          <p:cNvPr id="428" name="Google Shape;428;p47"/>
          <p:cNvPicPr preferRelativeResize="0"/>
          <p:nvPr/>
        </p:nvPicPr>
        <p:blipFill>
          <a:blip r:embed="rId2">
            <a:alphaModFix/>
          </a:blip>
          <a:stretch>
            <a:fillRect/>
          </a:stretch>
        </p:blipFill>
        <p:spPr>
          <a:xfrm flipH="1">
            <a:off x="7071825" y="-581130"/>
            <a:ext cx="2300675" cy="2075900"/>
          </a:xfrm>
          <a:prstGeom prst="rect">
            <a:avLst/>
          </a:prstGeom>
          <a:noFill/>
          <a:ln>
            <a:noFill/>
          </a:ln>
        </p:spPr>
      </p:pic>
      <p:pic>
        <p:nvPicPr>
          <p:cNvPr id="429" name="Google Shape;429;p47"/>
          <p:cNvPicPr preferRelativeResize="0"/>
          <p:nvPr/>
        </p:nvPicPr>
        <p:blipFill>
          <a:blip r:embed="rId2">
            <a:alphaModFix/>
          </a:blip>
          <a:stretch>
            <a:fillRect/>
          </a:stretch>
        </p:blipFill>
        <p:spPr>
          <a:xfrm flipH="1" rot="10800000">
            <a:off x="-208780" y="3638875"/>
            <a:ext cx="2300675" cy="2075900"/>
          </a:xfrm>
          <a:prstGeom prst="rect">
            <a:avLst/>
          </a:prstGeom>
          <a:noFill/>
          <a:ln>
            <a:noFill/>
          </a:ln>
        </p:spPr>
      </p:pic>
      <p:pic>
        <p:nvPicPr>
          <p:cNvPr id="430" name="Google Shape;430;p47"/>
          <p:cNvPicPr preferRelativeResize="0"/>
          <p:nvPr/>
        </p:nvPicPr>
        <p:blipFill>
          <a:blip r:embed="rId2">
            <a:alphaModFix/>
          </a:blip>
          <a:stretch>
            <a:fillRect/>
          </a:stretch>
        </p:blipFill>
        <p:spPr>
          <a:xfrm rot="10800000">
            <a:off x="6852804" y="3644024"/>
            <a:ext cx="2300675" cy="2075900"/>
          </a:xfrm>
          <a:prstGeom prst="rect">
            <a:avLst/>
          </a:prstGeom>
          <a:noFill/>
          <a:ln>
            <a:noFill/>
          </a:ln>
        </p:spPr>
      </p:pic>
      <p:pic>
        <p:nvPicPr>
          <p:cNvPr id="431" name="Google Shape;431;p47"/>
          <p:cNvPicPr preferRelativeResize="0"/>
          <p:nvPr/>
        </p:nvPicPr>
        <p:blipFill>
          <a:blip r:embed="rId2">
            <a:alphaModFix/>
          </a:blip>
          <a:stretch>
            <a:fillRect/>
          </a:stretch>
        </p:blipFill>
        <p:spPr>
          <a:xfrm>
            <a:off x="-5" y="-581412"/>
            <a:ext cx="2300675" cy="2075900"/>
          </a:xfrm>
          <a:prstGeom prst="rect">
            <a:avLst/>
          </a:prstGeom>
          <a:noFill/>
          <a:ln>
            <a:noFill/>
          </a:ln>
        </p:spPr>
      </p:pic>
      <p:sp>
        <p:nvSpPr>
          <p:cNvPr id="432" name="Google Shape;432;p47"/>
          <p:cNvSpPr/>
          <p:nvPr/>
        </p:nvSpPr>
        <p:spPr>
          <a:xfrm>
            <a:off x="5173671" y="1733509"/>
            <a:ext cx="853640" cy="738728"/>
          </a:xfrm>
          <a:custGeom>
            <a:rect b="b" l="l" r="r" t="t"/>
            <a:pathLst>
              <a:path extrusionOk="0" h="8508" w="9834">
                <a:moveTo>
                  <a:pt x="2425" y="1"/>
                </a:moveTo>
                <a:lnTo>
                  <a:pt x="1" y="4254"/>
                </a:lnTo>
                <a:lnTo>
                  <a:pt x="458" y="5077"/>
                </a:lnTo>
                <a:lnTo>
                  <a:pt x="2425" y="8507"/>
                </a:lnTo>
                <a:lnTo>
                  <a:pt x="7364" y="8507"/>
                </a:lnTo>
                <a:lnTo>
                  <a:pt x="9330" y="5077"/>
                </a:lnTo>
                <a:lnTo>
                  <a:pt x="9833" y="4254"/>
                </a:lnTo>
                <a:lnTo>
                  <a:pt x="7364" y="1"/>
                </a:lnTo>
                <a:close/>
              </a:path>
            </a:pathLst>
          </a:cu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7"/>
          <p:cNvSpPr/>
          <p:nvPr/>
        </p:nvSpPr>
        <p:spPr>
          <a:xfrm>
            <a:off x="3131041" y="1723025"/>
            <a:ext cx="853640" cy="738728"/>
          </a:xfrm>
          <a:custGeom>
            <a:rect b="b" l="l" r="r" t="t"/>
            <a:pathLst>
              <a:path extrusionOk="0" h="8508" w="9834">
                <a:moveTo>
                  <a:pt x="2425" y="1"/>
                </a:moveTo>
                <a:lnTo>
                  <a:pt x="1" y="4254"/>
                </a:lnTo>
                <a:lnTo>
                  <a:pt x="458" y="5077"/>
                </a:lnTo>
                <a:lnTo>
                  <a:pt x="2425" y="8507"/>
                </a:lnTo>
                <a:lnTo>
                  <a:pt x="7364" y="8507"/>
                </a:lnTo>
                <a:lnTo>
                  <a:pt x="9330" y="5077"/>
                </a:lnTo>
                <a:lnTo>
                  <a:pt x="9833" y="4254"/>
                </a:lnTo>
                <a:lnTo>
                  <a:pt x="7364" y="1"/>
                </a:lnTo>
                <a:close/>
              </a:path>
            </a:pathLst>
          </a:cu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7"/>
          <p:cNvSpPr/>
          <p:nvPr/>
        </p:nvSpPr>
        <p:spPr>
          <a:xfrm>
            <a:off x="7178193" y="1733522"/>
            <a:ext cx="853640" cy="738728"/>
          </a:xfrm>
          <a:custGeom>
            <a:rect b="b" l="l" r="r" t="t"/>
            <a:pathLst>
              <a:path extrusionOk="0" h="8508" w="9834">
                <a:moveTo>
                  <a:pt x="2425" y="1"/>
                </a:moveTo>
                <a:lnTo>
                  <a:pt x="1" y="4254"/>
                </a:lnTo>
                <a:lnTo>
                  <a:pt x="458" y="5077"/>
                </a:lnTo>
                <a:lnTo>
                  <a:pt x="2425" y="8507"/>
                </a:lnTo>
                <a:lnTo>
                  <a:pt x="7364" y="8507"/>
                </a:lnTo>
                <a:lnTo>
                  <a:pt x="9330" y="5077"/>
                </a:lnTo>
                <a:lnTo>
                  <a:pt x="9833" y="4254"/>
                </a:lnTo>
                <a:lnTo>
                  <a:pt x="7364" y="1"/>
                </a:lnTo>
                <a:close/>
              </a:path>
            </a:pathLst>
          </a:cu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7"/>
          <p:cNvSpPr/>
          <p:nvPr/>
        </p:nvSpPr>
        <p:spPr>
          <a:xfrm>
            <a:off x="1117206" y="1723013"/>
            <a:ext cx="853640" cy="738728"/>
          </a:xfrm>
          <a:custGeom>
            <a:rect b="b" l="l" r="r" t="t"/>
            <a:pathLst>
              <a:path extrusionOk="0" h="8508" w="9834">
                <a:moveTo>
                  <a:pt x="2425" y="1"/>
                </a:moveTo>
                <a:lnTo>
                  <a:pt x="1" y="4254"/>
                </a:lnTo>
                <a:lnTo>
                  <a:pt x="458" y="5077"/>
                </a:lnTo>
                <a:lnTo>
                  <a:pt x="2425" y="8507"/>
                </a:lnTo>
                <a:lnTo>
                  <a:pt x="7364" y="8507"/>
                </a:lnTo>
                <a:lnTo>
                  <a:pt x="9330" y="5077"/>
                </a:lnTo>
                <a:lnTo>
                  <a:pt x="9833" y="4254"/>
                </a:lnTo>
                <a:lnTo>
                  <a:pt x="7364" y="1"/>
                </a:lnTo>
                <a:close/>
              </a:path>
            </a:pathLst>
          </a:cu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55">
    <p:spTree>
      <p:nvGrpSpPr>
        <p:cNvPr id="436" name="Shape 436"/>
        <p:cNvGrpSpPr/>
        <p:nvPr/>
      </p:nvGrpSpPr>
      <p:grpSpPr>
        <a:xfrm>
          <a:off x="0" y="0"/>
          <a:ext cx="0" cy="0"/>
          <a:chOff x="0" y="0"/>
          <a:chExt cx="0" cy="0"/>
        </a:xfrm>
      </p:grpSpPr>
      <p:sp>
        <p:nvSpPr>
          <p:cNvPr id="437" name="Google Shape;437;p48"/>
          <p:cNvSpPr txBox="1"/>
          <p:nvPr>
            <p:ph type="ctrTitle"/>
          </p:nvPr>
        </p:nvSpPr>
        <p:spPr>
          <a:xfrm flipH="1">
            <a:off x="540000" y="452026"/>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438" name="Google Shape;438;p48"/>
          <p:cNvSpPr txBox="1"/>
          <p:nvPr>
            <p:ph idx="1" type="subTitle"/>
          </p:nvPr>
        </p:nvSpPr>
        <p:spPr>
          <a:xfrm>
            <a:off x="772100" y="1791299"/>
            <a:ext cx="2013600" cy="36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pic>
        <p:nvPicPr>
          <p:cNvPr id="439" name="Google Shape;439;p48"/>
          <p:cNvPicPr preferRelativeResize="0"/>
          <p:nvPr/>
        </p:nvPicPr>
        <p:blipFill>
          <a:blip r:embed="rId2">
            <a:alphaModFix/>
          </a:blip>
          <a:stretch>
            <a:fillRect/>
          </a:stretch>
        </p:blipFill>
        <p:spPr>
          <a:xfrm flipH="1">
            <a:off x="7071825" y="-581130"/>
            <a:ext cx="2300675" cy="2075900"/>
          </a:xfrm>
          <a:prstGeom prst="rect">
            <a:avLst/>
          </a:prstGeom>
          <a:noFill/>
          <a:ln>
            <a:noFill/>
          </a:ln>
        </p:spPr>
      </p:pic>
      <p:pic>
        <p:nvPicPr>
          <p:cNvPr id="440" name="Google Shape;440;p48"/>
          <p:cNvPicPr preferRelativeResize="0"/>
          <p:nvPr/>
        </p:nvPicPr>
        <p:blipFill>
          <a:blip r:embed="rId2">
            <a:alphaModFix/>
          </a:blip>
          <a:stretch>
            <a:fillRect/>
          </a:stretch>
        </p:blipFill>
        <p:spPr>
          <a:xfrm flipH="1" rot="10800000">
            <a:off x="-208780" y="3638875"/>
            <a:ext cx="2300675" cy="2075900"/>
          </a:xfrm>
          <a:prstGeom prst="rect">
            <a:avLst/>
          </a:prstGeom>
          <a:noFill/>
          <a:ln>
            <a:noFill/>
          </a:ln>
        </p:spPr>
      </p:pic>
      <p:pic>
        <p:nvPicPr>
          <p:cNvPr id="441" name="Google Shape;441;p48"/>
          <p:cNvPicPr preferRelativeResize="0"/>
          <p:nvPr/>
        </p:nvPicPr>
        <p:blipFill>
          <a:blip r:embed="rId2">
            <a:alphaModFix/>
          </a:blip>
          <a:stretch>
            <a:fillRect/>
          </a:stretch>
        </p:blipFill>
        <p:spPr>
          <a:xfrm rot="10800000">
            <a:off x="6852804" y="3644024"/>
            <a:ext cx="2300675" cy="2075900"/>
          </a:xfrm>
          <a:prstGeom prst="rect">
            <a:avLst/>
          </a:prstGeom>
          <a:noFill/>
          <a:ln>
            <a:noFill/>
          </a:ln>
        </p:spPr>
      </p:pic>
      <p:pic>
        <p:nvPicPr>
          <p:cNvPr id="442" name="Google Shape;442;p48"/>
          <p:cNvPicPr preferRelativeResize="0"/>
          <p:nvPr/>
        </p:nvPicPr>
        <p:blipFill>
          <a:blip r:embed="rId2">
            <a:alphaModFix/>
          </a:blip>
          <a:stretch>
            <a:fillRect/>
          </a:stretch>
        </p:blipFill>
        <p:spPr>
          <a:xfrm>
            <a:off x="-5" y="-581412"/>
            <a:ext cx="2300675" cy="2075900"/>
          </a:xfrm>
          <a:prstGeom prst="rect">
            <a:avLst/>
          </a:prstGeom>
          <a:noFill/>
          <a:ln>
            <a:noFill/>
          </a:ln>
        </p:spPr>
      </p:pic>
      <p:sp>
        <p:nvSpPr>
          <p:cNvPr id="443" name="Google Shape;443;p48"/>
          <p:cNvSpPr txBox="1"/>
          <p:nvPr>
            <p:ph hasCustomPrompt="1" idx="2" type="title"/>
          </p:nvPr>
        </p:nvSpPr>
        <p:spPr>
          <a:xfrm>
            <a:off x="772100" y="1481125"/>
            <a:ext cx="2013600" cy="4539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000"/>
              <a:buNone/>
              <a:defRPr sz="1600">
                <a:solidFill>
                  <a:schemeClr val="accent2"/>
                </a:solidFill>
              </a:defRPr>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44" name="Google Shape;444;p48"/>
          <p:cNvSpPr txBox="1"/>
          <p:nvPr>
            <p:ph idx="3" type="subTitle"/>
          </p:nvPr>
        </p:nvSpPr>
        <p:spPr>
          <a:xfrm>
            <a:off x="763375" y="2854584"/>
            <a:ext cx="2013600" cy="36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445" name="Google Shape;445;p48"/>
          <p:cNvSpPr txBox="1"/>
          <p:nvPr>
            <p:ph hasCustomPrompt="1" idx="4" type="title"/>
          </p:nvPr>
        </p:nvSpPr>
        <p:spPr>
          <a:xfrm>
            <a:off x="763375" y="2549389"/>
            <a:ext cx="2013600" cy="453900"/>
          </a:xfrm>
          <a:prstGeom prst="rect">
            <a:avLst/>
          </a:prstGeom>
          <a:noFill/>
        </p:spPr>
        <p:txBody>
          <a:bodyPr anchorCtr="0" anchor="ctr" bIns="91425" lIns="91425" spcFirstLastPara="1" rIns="91425" wrap="square" tIns="91425">
            <a:noAutofit/>
          </a:bodyPr>
          <a:lstStyle>
            <a:lvl1pPr lvl="0" rtl="0" algn="l">
              <a:spcBef>
                <a:spcPts val="0"/>
              </a:spcBef>
              <a:spcAft>
                <a:spcPts val="0"/>
              </a:spcAft>
              <a:buSzPts val="3000"/>
              <a:buNone/>
              <a:defRPr sz="1600">
                <a:solidFill>
                  <a:schemeClr val="accent2"/>
                </a:solidFill>
              </a:defRPr>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46" name="Google Shape;446;p48"/>
          <p:cNvSpPr txBox="1"/>
          <p:nvPr>
            <p:ph idx="5" type="subTitle"/>
          </p:nvPr>
        </p:nvSpPr>
        <p:spPr>
          <a:xfrm>
            <a:off x="6369350" y="1791299"/>
            <a:ext cx="2013600" cy="367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447" name="Google Shape;447;p48"/>
          <p:cNvSpPr txBox="1"/>
          <p:nvPr>
            <p:ph hasCustomPrompt="1" idx="6" type="title"/>
          </p:nvPr>
        </p:nvSpPr>
        <p:spPr>
          <a:xfrm>
            <a:off x="6369300" y="1481125"/>
            <a:ext cx="2013600" cy="453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1600">
                <a:solidFill>
                  <a:schemeClr val="accent2"/>
                </a:solidFill>
              </a:defRPr>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48" name="Google Shape;448;p48"/>
          <p:cNvSpPr txBox="1"/>
          <p:nvPr>
            <p:ph idx="7" type="subTitle"/>
          </p:nvPr>
        </p:nvSpPr>
        <p:spPr>
          <a:xfrm>
            <a:off x="6369300" y="2849652"/>
            <a:ext cx="2013600" cy="367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449" name="Google Shape;449;p48"/>
          <p:cNvSpPr txBox="1"/>
          <p:nvPr>
            <p:ph hasCustomPrompt="1" idx="8" type="title"/>
          </p:nvPr>
        </p:nvSpPr>
        <p:spPr>
          <a:xfrm>
            <a:off x="6369300" y="2549402"/>
            <a:ext cx="2013600" cy="453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1600">
                <a:solidFill>
                  <a:schemeClr val="accent2"/>
                </a:solidFill>
              </a:defRPr>
            </a:lvl1pPr>
            <a:lvl2pPr lvl="1"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56">
    <p:spTree>
      <p:nvGrpSpPr>
        <p:cNvPr id="450" name="Shape 450"/>
        <p:cNvGrpSpPr/>
        <p:nvPr/>
      </p:nvGrpSpPr>
      <p:grpSpPr>
        <a:xfrm>
          <a:off x="0" y="0"/>
          <a:ext cx="0" cy="0"/>
          <a:chOff x="0" y="0"/>
          <a:chExt cx="0" cy="0"/>
        </a:xfrm>
      </p:grpSpPr>
      <p:sp>
        <p:nvSpPr>
          <p:cNvPr id="451" name="Google Shape;451;p49"/>
          <p:cNvSpPr txBox="1"/>
          <p:nvPr>
            <p:ph type="ctrTitle"/>
          </p:nvPr>
        </p:nvSpPr>
        <p:spPr>
          <a:xfrm flipH="1">
            <a:off x="540000" y="452237"/>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452" name="Google Shape;452;p49"/>
          <p:cNvSpPr txBox="1"/>
          <p:nvPr>
            <p:ph idx="1" type="subTitle"/>
          </p:nvPr>
        </p:nvSpPr>
        <p:spPr>
          <a:xfrm>
            <a:off x="1132000" y="3432862"/>
            <a:ext cx="1874100" cy="367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sz="1600">
                <a:latin typeface="Squada One"/>
                <a:ea typeface="Squada One"/>
                <a:cs typeface="Squada One"/>
                <a:sym typeface="Squada One"/>
              </a:defRPr>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pic>
        <p:nvPicPr>
          <p:cNvPr id="453" name="Google Shape;453;p49"/>
          <p:cNvPicPr preferRelativeResize="0"/>
          <p:nvPr/>
        </p:nvPicPr>
        <p:blipFill>
          <a:blip r:embed="rId2">
            <a:alphaModFix/>
          </a:blip>
          <a:stretch>
            <a:fillRect/>
          </a:stretch>
        </p:blipFill>
        <p:spPr>
          <a:xfrm>
            <a:off x="-5" y="-581412"/>
            <a:ext cx="2300675" cy="2075900"/>
          </a:xfrm>
          <a:prstGeom prst="rect">
            <a:avLst/>
          </a:prstGeom>
          <a:noFill/>
          <a:ln>
            <a:noFill/>
          </a:ln>
        </p:spPr>
      </p:pic>
      <p:sp>
        <p:nvSpPr>
          <p:cNvPr id="454" name="Google Shape;454;p49"/>
          <p:cNvSpPr txBox="1"/>
          <p:nvPr>
            <p:ph hasCustomPrompt="1" idx="2" type="title"/>
          </p:nvPr>
        </p:nvSpPr>
        <p:spPr>
          <a:xfrm>
            <a:off x="3725850" y="2029263"/>
            <a:ext cx="1515900" cy="453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55" name="Google Shape;455;p49"/>
          <p:cNvSpPr txBox="1"/>
          <p:nvPr>
            <p:ph hasCustomPrompt="1" idx="3" type="title"/>
          </p:nvPr>
        </p:nvSpPr>
        <p:spPr>
          <a:xfrm>
            <a:off x="3022450" y="3601675"/>
            <a:ext cx="1407300" cy="453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56" name="Google Shape;456;p49"/>
          <p:cNvSpPr txBox="1"/>
          <p:nvPr>
            <p:ph hasCustomPrompt="1" idx="4" type="title"/>
          </p:nvPr>
        </p:nvSpPr>
        <p:spPr>
          <a:xfrm>
            <a:off x="4565843" y="3408687"/>
            <a:ext cx="685800" cy="453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57" name="Google Shape;457;p49"/>
          <p:cNvSpPr txBox="1"/>
          <p:nvPr>
            <p:ph idx="5" type="subTitle"/>
          </p:nvPr>
        </p:nvSpPr>
        <p:spPr>
          <a:xfrm>
            <a:off x="5445069" y="1751762"/>
            <a:ext cx="1868700" cy="367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200"/>
              <a:buNone/>
              <a:defRPr sz="1600">
                <a:latin typeface="Squada One"/>
                <a:ea typeface="Squada One"/>
                <a:cs typeface="Squada One"/>
                <a:sym typeface="Squada One"/>
              </a:defRPr>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458" name="Google Shape;458;p49"/>
          <p:cNvSpPr txBox="1"/>
          <p:nvPr>
            <p:ph idx="6" type="subTitle"/>
          </p:nvPr>
        </p:nvSpPr>
        <p:spPr>
          <a:xfrm>
            <a:off x="5326225" y="3441195"/>
            <a:ext cx="1874100" cy="367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200"/>
              <a:buNone/>
              <a:defRPr sz="1600">
                <a:latin typeface="Squada One"/>
                <a:ea typeface="Squada One"/>
                <a:cs typeface="Squada One"/>
                <a:sym typeface="Squada One"/>
              </a:defRPr>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459" name="Google Shape;459;p49"/>
          <p:cNvSpPr txBox="1"/>
          <p:nvPr>
            <p:ph idx="7" type="subTitle"/>
          </p:nvPr>
        </p:nvSpPr>
        <p:spPr>
          <a:xfrm>
            <a:off x="5439558" y="1986687"/>
            <a:ext cx="1868700" cy="6705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460" name="Google Shape;460;p49"/>
          <p:cNvSpPr txBox="1"/>
          <p:nvPr>
            <p:ph idx="8" type="subTitle"/>
          </p:nvPr>
        </p:nvSpPr>
        <p:spPr>
          <a:xfrm>
            <a:off x="5328925" y="3808995"/>
            <a:ext cx="1868700" cy="569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461" name="Google Shape;461;p49"/>
          <p:cNvSpPr txBox="1"/>
          <p:nvPr>
            <p:ph idx="9" type="subTitle"/>
          </p:nvPr>
        </p:nvSpPr>
        <p:spPr>
          <a:xfrm>
            <a:off x="1132000" y="3592190"/>
            <a:ext cx="1874100" cy="778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000"/>
              <a:buNone/>
              <a:defRPr sz="1400"/>
            </a:lvl1pPr>
            <a:lvl2pPr lvl="1" rtl="0" algn="ctr">
              <a:lnSpc>
                <a:spcPct val="100000"/>
              </a:lnSpc>
              <a:spcBef>
                <a:spcPts val="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25">
    <p:spTree>
      <p:nvGrpSpPr>
        <p:cNvPr id="462" name="Shape 462"/>
        <p:cNvGrpSpPr/>
        <p:nvPr/>
      </p:nvGrpSpPr>
      <p:grpSpPr>
        <a:xfrm>
          <a:off x="0" y="0"/>
          <a:ext cx="0" cy="0"/>
          <a:chOff x="0" y="0"/>
          <a:chExt cx="0" cy="0"/>
        </a:xfrm>
      </p:grpSpPr>
      <p:pic>
        <p:nvPicPr>
          <p:cNvPr id="463" name="Google Shape;463;p50"/>
          <p:cNvPicPr preferRelativeResize="0"/>
          <p:nvPr/>
        </p:nvPicPr>
        <p:blipFill>
          <a:blip r:embed="rId2">
            <a:alphaModFix/>
          </a:blip>
          <a:stretch>
            <a:fillRect/>
          </a:stretch>
        </p:blipFill>
        <p:spPr>
          <a:xfrm>
            <a:off x="-551926" y="-847134"/>
            <a:ext cx="3136825" cy="2830350"/>
          </a:xfrm>
          <a:prstGeom prst="rect">
            <a:avLst/>
          </a:prstGeom>
          <a:noFill/>
          <a:ln>
            <a:noFill/>
          </a:ln>
        </p:spPr>
      </p:pic>
      <p:pic>
        <p:nvPicPr>
          <p:cNvPr id="464" name="Google Shape;464;p50"/>
          <p:cNvPicPr preferRelativeResize="0"/>
          <p:nvPr/>
        </p:nvPicPr>
        <p:blipFill>
          <a:blip r:embed="rId2">
            <a:alphaModFix/>
          </a:blip>
          <a:stretch>
            <a:fillRect/>
          </a:stretch>
        </p:blipFill>
        <p:spPr>
          <a:xfrm flipH="1">
            <a:off x="6559554" y="-846583"/>
            <a:ext cx="3136825" cy="2830350"/>
          </a:xfrm>
          <a:prstGeom prst="rect">
            <a:avLst/>
          </a:prstGeom>
          <a:noFill/>
          <a:ln>
            <a:noFill/>
          </a:ln>
        </p:spPr>
      </p:pic>
      <p:pic>
        <p:nvPicPr>
          <p:cNvPr id="465" name="Google Shape;465;p50"/>
          <p:cNvPicPr preferRelativeResize="0"/>
          <p:nvPr/>
        </p:nvPicPr>
        <p:blipFill>
          <a:blip r:embed="rId2">
            <a:alphaModFix/>
          </a:blip>
          <a:stretch>
            <a:fillRect/>
          </a:stretch>
        </p:blipFill>
        <p:spPr>
          <a:xfrm flipH="1" rot="10800000">
            <a:off x="-552472" y="2791087"/>
            <a:ext cx="3136825" cy="2830350"/>
          </a:xfrm>
          <a:prstGeom prst="rect">
            <a:avLst/>
          </a:prstGeom>
          <a:noFill/>
          <a:ln>
            <a:noFill/>
          </a:ln>
        </p:spPr>
      </p:pic>
      <p:pic>
        <p:nvPicPr>
          <p:cNvPr id="466" name="Google Shape;466;p50"/>
          <p:cNvPicPr preferRelativeResize="0"/>
          <p:nvPr/>
        </p:nvPicPr>
        <p:blipFill>
          <a:blip r:embed="rId2">
            <a:alphaModFix/>
          </a:blip>
          <a:stretch>
            <a:fillRect/>
          </a:stretch>
        </p:blipFill>
        <p:spPr>
          <a:xfrm rot="10800000">
            <a:off x="6549518" y="2790536"/>
            <a:ext cx="3136825" cy="2830350"/>
          </a:xfrm>
          <a:prstGeom prst="rect">
            <a:avLst/>
          </a:prstGeom>
          <a:noFill/>
          <a:ln>
            <a:noFill/>
          </a:ln>
        </p:spPr>
      </p:pic>
      <p:sp>
        <p:nvSpPr>
          <p:cNvPr id="467" name="Google Shape;467;p50"/>
          <p:cNvSpPr txBox="1"/>
          <p:nvPr>
            <p:ph type="ctrTitle"/>
          </p:nvPr>
        </p:nvSpPr>
        <p:spPr>
          <a:xfrm flipH="1">
            <a:off x="540000" y="452237"/>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CUSTOM_26">
    <p:spTree>
      <p:nvGrpSpPr>
        <p:cNvPr id="468" name="Shape 468"/>
        <p:cNvGrpSpPr/>
        <p:nvPr/>
      </p:nvGrpSpPr>
      <p:grpSpPr>
        <a:xfrm>
          <a:off x="0" y="0"/>
          <a:ext cx="0" cy="0"/>
          <a:chOff x="0" y="0"/>
          <a:chExt cx="0" cy="0"/>
        </a:xfrm>
      </p:grpSpPr>
      <p:pic>
        <p:nvPicPr>
          <p:cNvPr id="469" name="Google Shape;469;p51"/>
          <p:cNvPicPr preferRelativeResize="0"/>
          <p:nvPr/>
        </p:nvPicPr>
        <p:blipFill>
          <a:blip r:embed="rId2">
            <a:alphaModFix/>
          </a:blip>
          <a:stretch>
            <a:fillRect/>
          </a:stretch>
        </p:blipFill>
        <p:spPr>
          <a:xfrm flipH="1">
            <a:off x="6843225" y="-914119"/>
            <a:ext cx="2300675" cy="2075900"/>
          </a:xfrm>
          <a:prstGeom prst="rect">
            <a:avLst/>
          </a:prstGeom>
          <a:noFill/>
          <a:ln>
            <a:noFill/>
          </a:ln>
        </p:spPr>
      </p:pic>
      <p:pic>
        <p:nvPicPr>
          <p:cNvPr id="470" name="Google Shape;470;p51"/>
          <p:cNvPicPr preferRelativeResize="0"/>
          <p:nvPr/>
        </p:nvPicPr>
        <p:blipFill>
          <a:blip r:embed="rId2">
            <a:alphaModFix/>
          </a:blip>
          <a:stretch>
            <a:fillRect/>
          </a:stretch>
        </p:blipFill>
        <p:spPr>
          <a:xfrm flipH="1" rot="10800000">
            <a:off x="0" y="3991490"/>
            <a:ext cx="2300675" cy="2075900"/>
          </a:xfrm>
          <a:prstGeom prst="rect">
            <a:avLst/>
          </a:prstGeom>
          <a:noFill/>
          <a:ln>
            <a:noFill/>
          </a:ln>
        </p:spPr>
      </p:pic>
      <p:sp>
        <p:nvSpPr>
          <p:cNvPr id="471" name="Google Shape;471;p51"/>
          <p:cNvSpPr txBox="1"/>
          <p:nvPr>
            <p:ph type="ctrTitle"/>
          </p:nvPr>
        </p:nvSpPr>
        <p:spPr>
          <a:xfrm flipH="1">
            <a:off x="540000" y="452237"/>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2">
  <p:cSld name="CUSTOM_57">
    <p:spTree>
      <p:nvGrpSpPr>
        <p:cNvPr id="472" name="Shape 472"/>
        <p:cNvGrpSpPr/>
        <p:nvPr/>
      </p:nvGrpSpPr>
      <p:grpSpPr>
        <a:xfrm>
          <a:off x="0" y="0"/>
          <a:ext cx="0" cy="0"/>
          <a:chOff x="0" y="0"/>
          <a:chExt cx="0" cy="0"/>
        </a:xfrm>
      </p:grpSpPr>
      <p:sp>
        <p:nvSpPr>
          <p:cNvPr id="473" name="Google Shape;473;p52"/>
          <p:cNvSpPr txBox="1"/>
          <p:nvPr>
            <p:ph hasCustomPrompt="1" type="title"/>
          </p:nvPr>
        </p:nvSpPr>
        <p:spPr>
          <a:xfrm>
            <a:off x="416676" y="1400075"/>
            <a:ext cx="6014400" cy="1780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5000"/>
              <a:buNone/>
              <a:defRPr sz="11500"/>
            </a:lvl1pPr>
            <a:lvl2pPr lvl="1"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9pPr>
          </a:lstStyle>
          <a:p>
            <a:r>
              <a:t>xx%</a:t>
            </a:r>
          </a:p>
        </p:txBody>
      </p:sp>
      <p:sp>
        <p:nvSpPr>
          <p:cNvPr id="474" name="Google Shape;474;p52"/>
          <p:cNvSpPr txBox="1"/>
          <p:nvPr>
            <p:ph idx="1" type="subTitle"/>
          </p:nvPr>
        </p:nvSpPr>
        <p:spPr>
          <a:xfrm>
            <a:off x="540000" y="3159050"/>
            <a:ext cx="6016500" cy="39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6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pic>
        <p:nvPicPr>
          <p:cNvPr id="475" name="Google Shape;475;p52"/>
          <p:cNvPicPr preferRelativeResize="0"/>
          <p:nvPr/>
        </p:nvPicPr>
        <p:blipFill>
          <a:blip r:embed="rId2">
            <a:alphaModFix/>
          </a:blip>
          <a:stretch>
            <a:fillRect/>
          </a:stretch>
        </p:blipFill>
        <p:spPr>
          <a:xfrm>
            <a:off x="6843325" y="-12"/>
            <a:ext cx="2300675" cy="2075900"/>
          </a:xfrm>
          <a:prstGeom prst="rect">
            <a:avLst/>
          </a:prstGeom>
          <a:noFill/>
          <a:ln>
            <a:noFill/>
          </a:ln>
        </p:spPr>
      </p:pic>
      <p:pic>
        <p:nvPicPr>
          <p:cNvPr id="476" name="Google Shape;476;p52"/>
          <p:cNvPicPr preferRelativeResize="0"/>
          <p:nvPr/>
        </p:nvPicPr>
        <p:blipFill>
          <a:blip r:embed="rId2">
            <a:alphaModFix/>
          </a:blip>
          <a:stretch>
            <a:fillRect/>
          </a:stretch>
        </p:blipFill>
        <p:spPr>
          <a:xfrm flipH="1" rot="10800000">
            <a:off x="6843315" y="3067592"/>
            <a:ext cx="2300675" cy="2075900"/>
          </a:xfrm>
          <a:prstGeom prst="rect">
            <a:avLst/>
          </a:prstGeom>
          <a:noFill/>
          <a:ln>
            <a:noFill/>
          </a:ln>
        </p:spPr>
      </p:pic>
      <p:sp>
        <p:nvSpPr>
          <p:cNvPr id="477" name="Google Shape;477;p52"/>
          <p:cNvSpPr/>
          <p:nvPr/>
        </p:nvSpPr>
        <p:spPr>
          <a:xfrm rot="5400000">
            <a:off x="1688625" y="-740500"/>
            <a:ext cx="3179100" cy="6556500"/>
          </a:xfrm>
          <a:prstGeom prst="rect">
            <a:avLst/>
          </a:prstGeom>
          <a:gradFill>
            <a:gsLst>
              <a:gs pos="0">
                <a:srgbClr val="FFFFFF">
                  <a:alpha val="0"/>
                </a:srgbClr>
              </a:gs>
              <a:gs pos="100000">
                <a:srgbClr val="FFFFFF">
                  <a:alpha val="39215"/>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9">
  <p:cSld name="CUSTOM_58">
    <p:spTree>
      <p:nvGrpSpPr>
        <p:cNvPr id="478" name="Shape 478"/>
        <p:cNvGrpSpPr/>
        <p:nvPr/>
      </p:nvGrpSpPr>
      <p:grpSpPr>
        <a:xfrm>
          <a:off x="0" y="0"/>
          <a:ext cx="0" cy="0"/>
          <a:chOff x="0" y="0"/>
          <a:chExt cx="0" cy="0"/>
        </a:xfrm>
      </p:grpSpPr>
      <p:sp>
        <p:nvSpPr>
          <p:cNvPr id="479" name="Google Shape;479;p53"/>
          <p:cNvSpPr txBox="1"/>
          <p:nvPr>
            <p:ph type="ctrTitle"/>
          </p:nvPr>
        </p:nvSpPr>
        <p:spPr>
          <a:xfrm flipH="1">
            <a:off x="457200" y="452237"/>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480" name="Google Shape;480;p53"/>
          <p:cNvPicPr preferRelativeResize="0"/>
          <p:nvPr/>
        </p:nvPicPr>
        <p:blipFill>
          <a:blip r:embed="rId2">
            <a:alphaModFix/>
          </a:blip>
          <a:stretch>
            <a:fillRect/>
          </a:stretch>
        </p:blipFill>
        <p:spPr>
          <a:xfrm>
            <a:off x="0" y="0"/>
            <a:ext cx="2300675" cy="2075900"/>
          </a:xfrm>
          <a:prstGeom prst="rect">
            <a:avLst/>
          </a:prstGeom>
          <a:noFill/>
          <a:ln>
            <a:noFill/>
          </a:ln>
        </p:spPr>
      </p:pic>
      <p:sp>
        <p:nvSpPr>
          <p:cNvPr id="481" name="Google Shape;481;p53"/>
          <p:cNvSpPr txBox="1"/>
          <p:nvPr>
            <p:ph idx="1" type="subTitle"/>
          </p:nvPr>
        </p:nvSpPr>
        <p:spPr>
          <a:xfrm>
            <a:off x="1758182" y="4055692"/>
            <a:ext cx="12177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482" name="Google Shape;482;p53"/>
          <p:cNvSpPr txBox="1"/>
          <p:nvPr>
            <p:ph idx="2" type="subTitle"/>
          </p:nvPr>
        </p:nvSpPr>
        <p:spPr>
          <a:xfrm>
            <a:off x="3939062" y="4070880"/>
            <a:ext cx="12624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483" name="Google Shape;483;p53"/>
          <p:cNvSpPr txBox="1"/>
          <p:nvPr>
            <p:ph idx="3" type="subTitle"/>
          </p:nvPr>
        </p:nvSpPr>
        <p:spPr>
          <a:xfrm>
            <a:off x="6187500" y="4069687"/>
            <a:ext cx="12624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484" name="Google Shape;484;p53"/>
          <p:cNvSpPr txBox="1"/>
          <p:nvPr>
            <p:ph idx="4" type="subTitle"/>
          </p:nvPr>
        </p:nvSpPr>
        <p:spPr>
          <a:xfrm>
            <a:off x="1743882" y="3729155"/>
            <a:ext cx="12177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spcBef>
                <a:spcPts val="0"/>
              </a:spcBef>
              <a:spcAft>
                <a:spcPts val="0"/>
              </a:spcAft>
              <a:buSzPts val="1600"/>
              <a:buFont typeface="Squada One"/>
              <a:buNone/>
              <a:defRPr sz="1600">
                <a:latin typeface="Squada One"/>
                <a:ea typeface="Squada One"/>
                <a:cs typeface="Squada One"/>
                <a:sym typeface="Squada One"/>
              </a:defRPr>
            </a:lvl2pPr>
            <a:lvl3pPr lvl="2" rtl="0">
              <a:spcBef>
                <a:spcPts val="1600"/>
              </a:spcBef>
              <a:spcAft>
                <a:spcPts val="0"/>
              </a:spcAft>
              <a:buSzPts val="1600"/>
              <a:buFont typeface="Squada One"/>
              <a:buNone/>
              <a:defRPr sz="1600">
                <a:latin typeface="Squada One"/>
                <a:ea typeface="Squada One"/>
                <a:cs typeface="Squada One"/>
                <a:sym typeface="Squada One"/>
              </a:defRPr>
            </a:lvl3pPr>
            <a:lvl4pPr lvl="3" rtl="0">
              <a:spcBef>
                <a:spcPts val="1600"/>
              </a:spcBef>
              <a:spcAft>
                <a:spcPts val="0"/>
              </a:spcAft>
              <a:buSzPts val="1600"/>
              <a:buFont typeface="Squada One"/>
              <a:buNone/>
              <a:defRPr sz="1600">
                <a:latin typeface="Squada One"/>
                <a:ea typeface="Squada One"/>
                <a:cs typeface="Squada One"/>
                <a:sym typeface="Squada One"/>
              </a:defRPr>
            </a:lvl4pPr>
            <a:lvl5pPr lvl="4" rtl="0">
              <a:spcBef>
                <a:spcPts val="1600"/>
              </a:spcBef>
              <a:spcAft>
                <a:spcPts val="0"/>
              </a:spcAft>
              <a:buSzPts val="1600"/>
              <a:buFont typeface="Squada One"/>
              <a:buNone/>
              <a:defRPr sz="1600">
                <a:latin typeface="Squada One"/>
                <a:ea typeface="Squada One"/>
                <a:cs typeface="Squada One"/>
                <a:sym typeface="Squada One"/>
              </a:defRPr>
            </a:lvl5pPr>
            <a:lvl6pPr lvl="5" rtl="0">
              <a:spcBef>
                <a:spcPts val="1600"/>
              </a:spcBef>
              <a:spcAft>
                <a:spcPts val="0"/>
              </a:spcAft>
              <a:buSzPts val="1600"/>
              <a:buFont typeface="Squada One"/>
              <a:buNone/>
              <a:defRPr sz="1600">
                <a:latin typeface="Squada One"/>
                <a:ea typeface="Squada One"/>
                <a:cs typeface="Squada One"/>
                <a:sym typeface="Squada One"/>
              </a:defRPr>
            </a:lvl6pPr>
            <a:lvl7pPr lvl="6" rtl="0">
              <a:spcBef>
                <a:spcPts val="1600"/>
              </a:spcBef>
              <a:spcAft>
                <a:spcPts val="0"/>
              </a:spcAft>
              <a:buSzPts val="1600"/>
              <a:buFont typeface="Squada One"/>
              <a:buNone/>
              <a:defRPr sz="1600">
                <a:latin typeface="Squada One"/>
                <a:ea typeface="Squada One"/>
                <a:cs typeface="Squada One"/>
                <a:sym typeface="Squada One"/>
              </a:defRPr>
            </a:lvl7pPr>
            <a:lvl8pPr lvl="7" rtl="0">
              <a:spcBef>
                <a:spcPts val="1600"/>
              </a:spcBef>
              <a:spcAft>
                <a:spcPts val="0"/>
              </a:spcAft>
              <a:buSzPts val="1600"/>
              <a:buFont typeface="Squada One"/>
              <a:buNone/>
              <a:defRPr sz="1600">
                <a:latin typeface="Squada One"/>
                <a:ea typeface="Squada One"/>
                <a:cs typeface="Squada One"/>
                <a:sym typeface="Squada One"/>
              </a:defRPr>
            </a:lvl8pPr>
            <a:lvl9pPr lvl="8" rtl="0">
              <a:spcBef>
                <a:spcPts val="1600"/>
              </a:spcBef>
              <a:spcAft>
                <a:spcPts val="1600"/>
              </a:spcAft>
              <a:buSzPts val="1600"/>
              <a:buFont typeface="Squada One"/>
              <a:buNone/>
              <a:defRPr sz="1600">
                <a:latin typeface="Squada One"/>
                <a:ea typeface="Squada One"/>
                <a:cs typeface="Squada One"/>
                <a:sym typeface="Squada One"/>
              </a:defRPr>
            </a:lvl9pPr>
          </a:lstStyle>
          <a:p/>
        </p:txBody>
      </p:sp>
      <p:sp>
        <p:nvSpPr>
          <p:cNvPr id="485" name="Google Shape;485;p53"/>
          <p:cNvSpPr txBox="1"/>
          <p:nvPr>
            <p:ph idx="5" type="subTitle"/>
          </p:nvPr>
        </p:nvSpPr>
        <p:spPr>
          <a:xfrm>
            <a:off x="3939062" y="3733800"/>
            <a:ext cx="12624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spcBef>
                <a:spcPts val="0"/>
              </a:spcBef>
              <a:spcAft>
                <a:spcPts val="0"/>
              </a:spcAft>
              <a:buSzPts val="1600"/>
              <a:buFont typeface="Squada One"/>
              <a:buNone/>
              <a:defRPr sz="1600">
                <a:latin typeface="Squada One"/>
                <a:ea typeface="Squada One"/>
                <a:cs typeface="Squada One"/>
                <a:sym typeface="Squada One"/>
              </a:defRPr>
            </a:lvl2pPr>
            <a:lvl3pPr lvl="2" rtl="0">
              <a:spcBef>
                <a:spcPts val="1600"/>
              </a:spcBef>
              <a:spcAft>
                <a:spcPts val="0"/>
              </a:spcAft>
              <a:buSzPts val="1600"/>
              <a:buFont typeface="Squada One"/>
              <a:buNone/>
              <a:defRPr sz="1600">
                <a:latin typeface="Squada One"/>
                <a:ea typeface="Squada One"/>
                <a:cs typeface="Squada One"/>
                <a:sym typeface="Squada One"/>
              </a:defRPr>
            </a:lvl3pPr>
            <a:lvl4pPr lvl="3" rtl="0">
              <a:spcBef>
                <a:spcPts val="1600"/>
              </a:spcBef>
              <a:spcAft>
                <a:spcPts val="0"/>
              </a:spcAft>
              <a:buSzPts val="1600"/>
              <a:buFont typeface="Squada One"/>
              <a:buNone/>
              <a:defRPr sz="1600">
                <a:latin typeface="Squada One"/>
                <a:ea typeface="Squada One"/>
                <a:cs typeface="Squada One"/>
                <a:sym typeface="Squada One"/>
              </a:defRPr>
            </a:lvl4pPr>
            <a:lvl5pPr lvl="4" rtl="0">
              <a:spcBef>
                <a:spcPts val="1600"/>
              </a:spcBef>
              <a:spcAft>
                <a:spcPts val="0"/>
              </a:spcAft>
              <a:buSzPts val="1600"/>
              <a:buFont typeface="Squada One"/>
              <a:buNone/>
              <a:defRPr sz="1600">
                <a:latin typeface="Squada One"/>
                <a:ea typeface="Squada One"/>
                <a:cs typeface="Squada One"/>
                <a:sym typeface="Squada One"/>
              </a:defRPr>
            </a:lvl5pPr>
            <a:lvl6pPr lvl="5" rtl="0">
              <a:spcBef>
                <a:spcPts val="1600"/>
              </a:spcBef>
              <a:spcAft>
                <a:spcPts val="0"/>
              </a:spcAft>
              <a:buSzPts val="1600"/>
              <a:buFont typeface="Squada One"/>
              <a:buNone/>
              <a:defRPr sz="1600">
                <a:latin typeface="Squada One"/>
                <a:ea typeface="Squada One"/>
                <a:cs typeface="Squada One"/>
                <a:sym typeface="Squada One"/>
              </a:defRPr>
            </a:lvl6pPr>
            <a:lvl7pPr lvl="6" rtl="0">
              <a:spcBef>
                <a:spcPts val="1600"/>
              </a:spcBef>
              <a:spcAft>
                <a:spcPts val="0"/>
              </a:spcAft>
              <a:buSzPts val="1600"/>
              <a:buFont typeface="Squada One"/>
              <a:buNone/>
              <a:defRPr sz="1600">
                <a:latin typeface="Squada One"/>
                <a:ea typeface="Squada One"/>
                <a:cs typeface="Squada One"/>
                <a:sym typeface="Squada One"/>
              </a:defRPr>
            </a:lvl7pPr>
            <a:lvl8pPr lvl="7" rtl="0">
              <a:spcBef>
                <a:spcPts val="1600"/>
              </a:spcBef>
              <a:spcAft>
                <a:spcPts val="0"/>
              </a:spcAft>
              <a:buSzPts val="1600"/>
              <a:buFont typeface="Squada One"/>
              <a:buNone/>
              <a:defRPr sz="1600">
                <a:latin typeface="Squada One"/>
                <a:ea typeface="Squada One"/>
                <a:cs typeface="Squada One"/>
                <a:sym typeface="Squada One"/>
              </a:defRPr>
            </a:lvl8pPr>
            <a:lvl9pPr lvl="8" rtl="0">
              <a:spcBef>
                <a:spcPts val="1600"/>
              </a:spcBef>
              <a:spcAft>
                <a:spcPts val="1600"/>
              </a:spcAft>
              <a:buSzPts val="1600"/>
              <a:buFont typeface="Squada One"/>
              <a:buNone/>
              <a:defRPr sz="1600">
                <a:latin typeface="Squada One"/>
                <a:ea typeface="Squada One"/>
                <a:cs typeface="Squada One"/>
                <a:sym typeface="Squada One"/>
              </a:defRPr>
            </a:lvl9pPr>
          </a:lstStyle>
          <a:p/>
        </p:txBody>
      </p:sp>
      <p:sp>
        <p:nvSpPr>
          <p:cNvPr id="486" name="Google Shape;486;p53"/>
          <p:cNvSpPr txBox="1"/>
          <p:nvPr>
            <p:ph idx="6" type="subTitle"/>
          </p:nvPr>
        </p:nvSpPr>
        <p:spPr>
          <a:xfrm>
            <a:off x="6187600" y="3733632"/>
            <a:ext cx="12624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Font typeface="Squada One"/>
              <a:buNone/>
              <a:defRPr sz="1600">
                <a:latin typeface="Squada One"/>
                <a:ea typeface="Squada One"/>
                <a:cs typeface="Squada One"/>
                <a:sym typeface="Squada One"/>
              </a:defRPr>
            </a:lvl1pPr>
            <a:lvl2pPr lvl="1" rtl="0">
              <a:spcBef>
                <a:spcPts val="0"/>
              </a:spcBef>
              <a:spcAft>
                <a:spcPts val="0"/>
              </a:spcAft>
              <a:buSzPts val="1600"/>
              <a:buFont typeface="Squada One"/>
              <a:buNone/>
              <a:defRPr sz="1600">
                <a:latin typeface="Squada One"/>
                <a:ea typeface="Squada One"/>
                <a:cs typeface="Squada One"/>
                <a:sym typeface="Squada One"/>
              </a:defRPr>
            </a:lvl2pPr>
            <a:lvl3pPr lvl="2" rtl="0">
              <a:spcBef>
                <a:spcPts val="1600"/>
              </a:spcBef>
              <a:spcAft>
                <a:spcPts val="0"/>
              </a:spcAft>
              <a:buSzPts val="1600"/>
              <a:buFont typeface="Squada One"/>
              <a:buNone/>
              <a:defRPr sz="1600">
                <a:latin typeface="Squada One"/>
                <a:ea typeface="Squada One"/>
                <a:cs typeface="Squada One"/>
                <a:sym typeface="Squada One"/>
              </a:defRPr>
            </a:lvl3pPr>
            <a:lvl4pPr lvl="3" rtl="0">
              <a:spcBef>
                <a:spcPts val="1600"/>
              </a:spcBef>
              <a:spcAft>
                <a:spcPts val="0"/>
              </a:spcAft>
              <a:buSzPts val="1600"/>
              <a:buFont typeface="Squada One"/>
              <a:buNone/>
              <a:defRPr sz="1600">
                <a:latin typeface="Squada One"/>
                <a:ea typeface="Squada One"/>
                <a:cs typeface="Squada One"/>
                <a:sym typeface="Squada One"/>
              </a:defRPr>
            </a:lvl4pPr>
            <a:lvl5pPr lvl="4" rtl="0">
              <a:spcBef>
                <a:spcPts val="1600"/>
              </a:spcBef>
              <a:spcAft>
                <a:spcPts val="0"/>
              </a:spcAft>
              <a:buSzPts val="1600"/>
              <a:buFont typeface="Squada One"/>
              <a:buNone/>
              <a:defRPr sz="1600">
                <a:latin typeface="Squada One"/>
                <a:ea typeface="Squada One"/>
                <a:cs typeface="Squada One"/>
                <a:sym typeface="Squada One"/>
              </a:defRPr>
            </a:lvl5pPr>
            <a:lvl6pPr lvl="5" rtl="0">
              <a:spcBef>
                <a:spcPts val="1600"/>
              </a:spcBef>
              <a:spcAft>
                <a:spcPts val="0"/>
              </a:spcAft>
              <a:buSzPts val="1600"/>
              <a:buFont typeface="Squada One"/>
              <a:buNone/>
              <a:defRPr sz="1600">
                <a:latin typeface="Squada One"/>
                <a:ea typeface="Squada One"/>
                <a:cs typeface="Squada One"/>
                <a:sym typeface="Squada One"/>
              </a:defRPr>
            </a:lvl6pPr>
            <a:lvl7pPr lvl="6" rtl="0">
              <a:spcBef>
                <a:spcPts val="1600"/>
              </a:spcBef>
              <a:spcAft>
                <a:spcPts val="0"/>
              </a:spcAft>
              <a:buSzPts val="1600"/>
              <a:buFont typeface="Squada One"/>
              <a:buNone/>
              <a:defRPr sz="1600">
                <a:latin typeface="Squada One"/>
                <a:ea typeface="Squada One"/>
                <a:cs typeface="Squada One"/>
                <a:sym typeface="Squada One"/>
              </a:defRPr>
            </a:lvl7pPr>
            <a:lvl8pPr lvl="7" rtl="0">
              <a:spcBef>
                <a:spcPts val="1600"/>
              </a:spcBef>
              <a:spcAft>
                <a:spcPts val="0"/>
              </a:spcAft>
              <a:buSzPts val="1600"/>
              <a:buFont typeface="Squada One"/>
              <a:buNone/>
              <a:defRPr sz="1600">
                <a:latin typeface="Squada One"/>
                <a:ea typeface="Squada One"/>
                <a:cs typeface="Squada One"/>
                <a:sym typeface="Squada One"/>
              </a:defRPr>
            </a:lvl8pPr>
            <a:lvl9pPr lvl="8" rtl="0">
              <a:spcBef>
                <a:spcPts val="1600"/>
              </a:spcBef>
              <a:spcAft>
                <a:spcPts val="1600"/>
              </a:spcAft>
              <a:buSzPts val="1600"/>
              <a:buFont typeface="Squada One"/>
              <a:buNone/>
              <a:defRPr sz="1600">
                <a:latin typeface="Squada One"/>
                <a:ea typeface="Squada One"/>
                <a:cs typeface="Squada One"/>
                <a:sym typeface="Squada 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0">
  <p:cSld name="CUSTOM_59">
    <p:spTree>
      <p:nvGrpSpPr>
        <p:cNvPr id="487" name="Shape 487"/>
        <p:cNvGrpSpPr/>
        <p:nvPr/>
      </p:nvGrpSpPr>
      <p:grpSpPr>
        <a:xfrm>
          <a:off x="0" y="0"/>
          <a:ext cx="0" cy="0"/>
          <a:chOff x="0" y="0"/>
          <a:chExt cx="0" cy="0"/>
        </a:xfrm>
      </p:grpSpPr>
      <p:pic>
        <p:nvPicPr>
          <p:cNvPr id="488" name="Google Shape;488;p54"/>
          <p:cNvPicPr preferRelativeResize="0"/>
          <p:nvPr/>
        </p:nvPicPr>
        <p:blipFill>
          <a:blip r:embed="rId2">
            <a:alphaModFix/>
          </a:blip>
          <a:stretch>
            <a:fillRect/>
          </a:stretch>
        </p:blipFill>
        <p:spPr>
          <a:xfrm flipH="1">
            <a:off x="2440291" y="3761485"/>
            <a:ext cx="2300675" cy="2075900"/>
          </a:xfrm>
          <a:prstGeom prst="rect">
            <a:avLst/>
          </a:prstGeom>
          <a:noFill/>
          <a:ln>
            <a:noFill/>
          </a:ln>
        </p:spPr>
      </p:pic>
      <p:pic>
        <p:nvPicPr>
          <p:cNvPr id="489" name="Google Shape;489;p54"/>
          <p:cNvPicPr preferRelativeResize="0"/>
          <p:nvPr/>
        </p:nvPicPr>
        <p:blipFill>
          <a:blip r:embed="rId2">
            <a:alphaModFix/>
          </a:blip>
          <a:stretch>
            <a:fillRect/>
          </a:stretch>
        </p:blipFill>
        <p:spPr>
          <a:xfrm>
            <a:off x="4394051" y="3761485"/>
            <a:ext cx="2300675" cy="2075900"/>
          </a:xfrm>
          <a:prstGeom prst="rect">
            <a:avLst/>
          </a:prstGeom>
          <a:noFill/>
          <a:ln>
            <a:noFill/>
          </a:ln>
        </p:spPr>
      </p:pic>
      <p:sp>
        <p:nvSpPr>
          <p:cNvPr id="490" name="Google Shape;490;p54"/>
          <p:cNvSpPr txBox="1"/>
          <p:nvPr>
            <p:ph type="ctrTitle"/>
          </p:nvPr>
        </p:nvSpPr>
        <p:spPr>
          <a:xfrm flipH="1">
            <a:off x="540000" y="452237"/>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FFFFFF"/>
              </a:buClr>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491" name="Google Shape;491;p54"/>
          <p:cNvSpPr txBox="1"/>
          <p:nvPr>
            <p:ph idx="1" type="subTitle"/>
          </p:nvPr>
        </p:nvSpPr>
        <p:spPr>
          <a:xfrm>
            <a:off x="768200" y="2833363"/>
            <a:ext cx="14319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492" name="Google Shape;492;p54"/>
          <p:cNvSpPr txBox="1"/>
          <p:nvPr>
            <p:ph idx="2" type="subTitle"/>
          </p:nvPr>
        </p:nvSpPr>
        <p:spPr>
          <a:xfrm>
            <a:off x="3833745" y="2843907"/>
            <a:ext cx="14319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493" name="Google Shape;493;p54"/>
          <p:cNvSpPr txBox="1"/>
          <p:nvPr>
            <p:ph idx="3" type="subTitle"/>
          </p:nvPr>
        </p:nvSpPr>
        <p:spPr>
          <a:xfrm>
            <a:off x="6910975" y="2835788"/>
            <a:ext cx="14319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494" name="Google Shape;494;p54"/>
          <p:cNvSpPr txBox="1"/>
          <p:nvPr>
            <p:ph idx="4" type="subTitle"/>
          </p:nvPr>
        </p:nvSpPr>
        <p:spPr>
          <a:xfrm>
            <a:off x="768200" y="2472707"/>
            <a:ext cx="1431900" cy="34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495" name="Google Shape;495;p54"/>
          <p:cNvSpPr txBox="1"/>
          <p:nvPr>
            <p:ph idx="5" type="subTitle"/>
          </p:nvPr>
        </p:nvSpPr>
        <p:spPr>
          <a:xfrm>
            <a:off x="3833875" y="2472725"/>
            <a:ext cx="14319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496" name="Google Shape;496;p54"/>
          <p:cNvSpPr txBox="1"/>
          <p:nvPr>
            <p:ph idx="6" type="subTitle"/>
          </p:nvPr>
        </p:nvSpPr>
        <p:spPr>
          <a:xfrm>
            <a:off x="6911111" y="2476132"/>
            <a:ext cx="14319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497" name="Google Shape;497;p54"/>
          <p:cNvSpPr/>
          <p:nvPr/>
        </p:nvSpPr>
        <p:spPr>
          <a:xfrm rot="5400000">
            <a:off x="287567" y="1686614"/>
            <a:ext cx="2394897" cy="2075867"/>
          </a:xfrm>
          <a:custGeom>
            <a:rect b="b" l="l" r="r" t="t"/>
            <a:pathLst>
              <a:path extrusionOk="0" h="27693" w="31949">
                <a:moveTo>
                  <a:pt x="7959" y="1"/>
                </a:moveTo>
                <a:lnTo>
                  <a:pt x="1" y="13846"/>
                </a:lnTo>
                <a:lnTo>
                  <a:pt x="7959" y="27692"/>
                </a:lnTo>
                <a:lnTo>
                  <a:pt x="23991" y="27692"/>
                </a:lnTo>
                <a:lnTo>
                  <a:pt x="31949" y="13846"/>
                </a:lnTo>
                <a:lnTo>
                  <a:pt x="23991" y="1"/>
                </a:lnTo>
                <a:close/>
              </a:path>
            </a:pathLst>
          </a:cu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54"/>
          <p:cNvSpPr/>
          <p:nvPr/>
        </p:nvSpPr>
        <p:spPr>
          <a:xfrm rot="5400000">
            <a:off x="1194834" y="1350189"/>
            <a:ext cx="578916" cy="501797"/>
          </a:xfrm>
          <a:custGeom>
            <a:rect b="b" l="l" r="r" t="t"/>
            <a:pathLst>
              <a:path extrusionOk="0" h="27693" w="31949">
                <a:moveTo>
                  <a:pt x="7959" y="1"/>
                </a:moveTo>
                <a:lnTo>
                  <a:pt x="1" y="13846"/>
                </a:lnTo>
                <a:lnTo>
                  <a:pt x="7959" y="27692"/>
                </a:lnTo>
                <a:lnTo>
                  <a:pt x="23991" y="27692"/>
                </a:lnTo>
                <a:lnTo>
                  <a:pt x="31949" y="13846"/>
                </a:lnTo>
                <a:lnTo>
                  <a:pt x="23991" y="1"/>
                </a:lnTo>
                <a:close/>
              </a:path>
            </a:pathLst>
          </a:custGeom>
          <a:solidFill>
            <a:srgbClr val="FFFF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54"/>
          <p:cNvSpPr/>
          <p:nvPr/>
        </p:nvSpPr>
        <p:spPr>
          <a:xfrm rot="5400000">
            <a:off x="3385220" y="1686614"/>
            <a:ext cx="2394897" cy="2075867"/>
          </a:xfrm>
          <a:custGeom>
            <a:rect b="b" l="l" r="r" t="t"/>
            <a:pathLst>
              <a:path extrusionOk="0" h="27693" w="31949">
                <a:moveTo>
                  <a:pt x="7959" y="1"/>
                </a:moveTo>
                <a:lnTo>
                  <a:pt x="1" y="13846"/>
                </a:lnTo>
                <a:lnTo>
                  <a:pt x="7959" y="27692"/>
                </a:lnTo>
                <a:lnTo>
                  <a:pt x="23991" y="27692"/>
                </a:lnTo>
                <a:lnTo>
                  <a:pt x="31949" y="13846"/>
                </a:lnTo>
                <a:lnTo>
                  <a:pt x="23991" y="1"/>
                </a:lnTo>
                <a:close/>
              </a:path>
            </a:pathLst>
          </a:cu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54"/>
          <p:cNvSpPr/>
          <p:nvPr/>
        </p:nvSpPr>
        <p:spPr>
          <a:xfrm rot="5400000">
            <a:off x="6415442" y="1686614"/>
            <a:ext cx="2394897" cy="2075867"/>
          </a:xfrm>
          <a:custGeom>
            <a:rect b="b" l="l" r="r" t="t"/>
            <a:pathLst>
              <a:path extrusionOk="0" h="27693" w="31949">
                <a:moveTo>
                  <a:pt x="7959" y="1"/>
                </a:moveTo>
                <a:lnTo>
                  <a:pt x="1" y="13846"/>
                </a:lnTo>
                <a:lnTo>
                  <a:pt x="7959" y="27692"/>
                </a:lnTo>
                <a:lnTo>
                  <a:pt x="23991" y="27692"/>
                </a:lnTo>
                <a:lnTo>
                  <a:pt x="31949" y="13846"/>
                </a:lnTo>
                <a:lnTo>
                  <a:pt x="23991" y="1"/>
                </a:lnTo>
                <a:close/>
              </a:path>
            </a:pathLst>
          </a:custGeom>
          <a:gradFill>
            <a:gsLst>
              <a:gs pos="0">
                <a:srgbClr val="FFFFFF">
                  <a:alpha val="0"/>
                </a:srgbClr>
              </a:gs>
              <a:gs pos="100000">
                <a:srgbClr val="FFFFFF">
                  <a:alpha val="39215"/>
                </a:srgbClr>
              </a:gs>
            </a:gsLst>
            <a:path path="circle">
              <a:fillToRect b="50%" l="50%" r="50%" t="50%"/>
            </a:path>
            <a:tileRect/>
          </a:gra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4"/>
          <p:cNvSpPr/>
          <p:nvPr/>
        </p:nvSpPr>
        <p:spPr>
          <a:xfrm rot="5400000">
            <a:off x="7328448" y="1350201"/>
            <a:ext cx="578916" cy="501797"/>
          </a:xfrm>
          <a:custGeom>
            <a:rect b="b" l="l" r="r" t="t"/>
            <a:pathLst>
              <a:path extrusionOk="0" h="27693" w="31949">
                <a:moveTo>
                  <a:pt x="7959" y="1"/>
                </a:moveTo>
                <a:lnTo>
                  <a:pt x="1" y="13846"/>
                </a:lnTo>
                <a:lnTo>
                  <a:pt x="7959" y="27692"/>
                </a:lnTo>
                <a:lnTo>
                  <a:pt x="23991" y="27692"/>
                </a:lnTo>
                <a:lnTo>
                  <a:pt x="31949" y="13846"/>
                </a:lnTo>
                <a:lnTo>
                  <a:pt x="23991" y="1"/>
                </a:lnTo>
                <a:close/>
              </a:path>
            </a:pathLst>
          </a:custGeom>
          <a:solidFill>
            <a:srgbClr val="FFFF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4"/>
          <p:cNvSpPr/>
          <p:nvPr/>
        </p:nvSpPr>
        <p:spPr>
          <a:xfrm rot="5400000">
            <a:off x="4290136" y="1350201"/>
            <a:ext cx="578916" cy="501797"/>
          </a:xfrm>
          <a:custGeom>
            <a:rect b="b" l="l" r="r" t="t"/>
            <a:pathLst>
              <a:path extrusionOk="0" h="27693" w="31949">
                <a:moveTo>
                  <a:pt x="7959" y="1"/>
                </a:moveTo>
                <a:lnTo>
                  <a:pt x="1" y="13846"/>
                </a:lnTo>
                <a:lnTo>
                  <a:pt x="7959" y="27692"/>
                </a:lnTo>
                <a:lnTo>
                  <a:pt x="23991" y="27692"/>
                </a:lnTo>
                <a:lnTo>
                  <a:pt x="31949" y="13846"/>
                </a:lnTo>
                <a:lnTo>
                  <a:pt x="23991" y="1"/>
                </a:lnTo>
                <a:close/>
              </a:path>
            </a:pathLst>
          </a:custGeom>
          <a:solidFill>
            <a:srgbClr val="FFFFFF"/>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3" name="Google Shape;503;p54"/>
          <p:cNvPicPr preferRelativeResize="0"/>
          <p:nvPr/>
        </p:nvPicPr>
        <p:blipFill>
          <a:blip r:embed="rId2">
            <a:alphaModFix/>
          </a:blip>
          <a:stretch>
            <a:fillRect/>
          </a:stretch>
        </p:blipFill>
        <p:spPr>
          <a:xfrm flipH="1">
            <a:off x="-1810644" y="-1661952"/>
            <a:ext cx="3711324" cy="3348725"/>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7">
  <p:cSld name="CUSTOM_60">
    <p:spTree>
      <p:nvGrpSpPr>
        <p:cNvPr id="504" name="Shape 504"/>
        <p:cNvGrpSpPr/>
        <p:nvPr/>
      </p:nvGrpSpPr>
      <p:grpSpPr>
        <a:xfrm>
          <a:off x="0" y="0"/>
          <a:ext cx="0" cy="0"/>
          <a:chOff x="0" y="0"/>
          <a:chExt cx="0" cy="0"/>
        </a:xfrm>
      </p:grpSpPr>
      <p:pic>
        <p:nvPicPr>
          <p:cNvPr id="505" name="Google Shape;505;p55"/>
          <p:cNvPicPr preferRelativeResize="0"/>
          <p:nvPr/>
        </p:nvPicPr>
        <p:blipFill>
          <a:blip r:embed="rId2">
            <a:alphaModFix/>
          </a:blip>
          <a:stretch>
            <a:fillRect/>
          </a:stretch>
        </p:blipFill>
        <p:spPr>
          <a:xfrm flipH="1">
            <a:off x="6843225" y="6"/>
            <a:ext cx="2300675" cy="2075900"/>
          </a:xfrm>
          <a:prstGeom prst="rect">
            <a:avLst/>
          </a:prstGeom>
          <a:noFill/>
          <a:ln>
            <a:noFill/>
          </a:ln>
        </p:spPr>
      </p:pic>
      <p:sp>
        <p:nvSpPr>
          <p:cNvPr id="506" name="Google Shape;506;p55"/>
          <p:cNvSpPr txBox="1"/>
          <p:nvPr>
            <p:ph type="ctrTitle"/>
          </p:nvPr>
        </p:nvSpPr>
        <p:spPr>
          <a:xfrm flipH="1">
            <a:off x="457200" y="452237"/>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600"/>
              <a:buNone/>
              <a:defRPr sz="3600"/>
            </a:lvl1pPr>
            <a:lvl2pPr lvl="1" rtl="0" algn="l">
              <a:spcBef>
                <a:spcPts val="0"/>
              </a:spcBef>
              <a:spcAft>
                <a:spcPts val="0"/>
              </a:spcAft>
              <a:buSzPts val="2400"/>
              <a:buNone/>
              <a:defRPr sz="2400"/>
            </a:lvl2pPr>
            <a:lvl3pPr lvl="2" rtl="0" algn="l">
              <a:spcBef>
                <a:spcPts val="0"/>
              </a:spcBef>
              <a:spcAft>
                <a:spcPts val="0"/>
              </a:spcAft>
              <a:buSzPts val="2400"/>
              <a:buNone/>
              <a:defRPr sz="2400"/>
            </a:lvl3pPr>
            <a:lvl4pPr lvl="3" rtl="0" algn="l">
              <a:spcBef>
                <a:spcPts val="0"/>
              </a:spcBef>
              <a:spcAft>
                <a:spcPts val="0"/>
              </a:spcAft>
              <a:buSzPts val="2400"/>
              <a:buNone/>
              <a:defRPr sz="2400"/>
            </a:lvl4pPr>
            <a:lvl5pPr lvl="4" rtl="0" algn="l">
              <a:spcBef>
                <a:spcPts val="0"/>
              </a:spcBef>
              <a:spcAft>
                <a:spcPts val="0"/>
              </a:spcAft>
              <a:buSzPts val="2400"/>
              <a:buNone/>
              <a:defRPr sz="2400"/>
            </a:lvl5pPr>
            <a:lvl6pPr lvl="5" rtl="0" algn="l">
              <a:spcBef>
                <a:spcPts val="0"/>
              </a:spcBef>
              <a:spcAft>
                <a:spcPts val="0"/>
              </a:spcAft>
              <a:buSzPts val="2400"/>
              <a:buNone/>
              <a:defRPr sz="2400"/>
            </a:lvl6pPr>
            <a:lvl7pPr lvl="6" rtl="0" algn="l">
              <a:spcBef>
                <a:spcPts val="0"/>
              </a:spcBef>
              <a:spcAft>
                <a:spcPts val="0"/>
              </a:spcAft>
              <a:buSzPts val="2400"/>
              <a:buNone/>
              <a:defRPr sz="2400"/>
            </a:lvl7pPr>
            <a:lvl8pPr lvl="7" rtl="0" algn="l">
              <a:spcBef>
                <a:spcPts val="0"/>
              </a:spcBef>
              <a:spcAft>
                <a:spcPts val="0"/>
              </a:spcAft>
              <a:buSzPts val="2400"/>
              <a:buNone/>
              <a:defRPr sz="2400"/>
            </a:lvl8pPr>
            <a:lvl9pPr lvl="8" rtl="0" algn="l">
              <a:spcBef>
                <a:spcPts val="0"/>
              </a:spcBef>
              <a:spcAft>
                <a:spcPts val="0"/>
              </a:spcAft>
              <a:buSzPts val="2400"/>
              <a:buNone/>
              <a:defRPr sz="2400"/>
            </a:lvl9pPr>
          </a:lstStyle>
          <a:p/>
        </p:txBody>
      </p:sp>
      <p:sp>
        <p:nvSpPr>
          <p:cNvPr id="507" name="Google Shape;507;p55"/>
          <p:cNvSpPr txBox="1"/>
          <p:nvPr>
            <p:ph idx="2" type="ctrTitle"/>
          </p:nvPr>
        </p:nvSpPr>
        <p:spPr>
          <a:xfrm>
            <a:off x="2393800" y="3851557"/>
            <a:ext cx="1231200" cy="36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2"/>
              </a:buClr>
              <a:buSzPts val="1400"/>
              <a:buNone/>
              <a:defRPr sz="16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p:txBody>
      </p:sp>
      <p:sp>
        <p:nvSpPr>
          <p:cNvPr id="508" name="Google Shape;508;p55"/>
          <p:cNvSpPr txBox="1"/>
          <p:nvPr>
            <p:ph idx="1" type="subTitle"/>
          </p:nvPr>
        </p:nvSpPr>
        <p:spPr>
          <a:xfrm>
            <a:off x="2393800" y="4112538"/>
            <a:ext cx="12312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160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509" name="Google Shape;509;p55"/>
          <p:cNvSpPr txBox="1"/>
          <p:nvPr>
            <p:ph idx="3" type="ctrTitle"/>
          </p:nvPr>
        </p:nvSpPr>
        <p:spPr>
          <a:xfrm>
            <a:off x="4454450" y="3859775"/>
            <a:ext cx="1231200" cy="36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2"/>
              </a:buClr>
              <a:buSzPts val="1400"/>
              <a:buNone/>
              <a:defRPr sz="16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p:txBody>
      </p:sp>
      <p:sp>
        <p:nvSpPr>
          <p:cNvPr id="510" name="Google Shape;510;p55"/>
          <p:cNvSpPr txBox="1"/>
          <p:nvPr>
            <p:ph idx="4" type="subTitle"/>
          </p:nvPr>
        </p:nvSpPr>
        <p:spPr>
          <a:xfrm>
            <a:off x="4454600" y="4111838"/>
            <a:ext cx="1231200" cy="57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160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511" name="Google Shape;511;p55"/>
          <p:cNvSpPr txBox="1"/>
          <p:nvPr>
            <p:ph idx="5" type="ctrTitle"/>
          </p:nvPr>
        </p:nvSpPr>
        <p:spPr>
          <a:xfrm>
            <a:off x="3443775" y="1362901"/>
            <a:ext cx="1231200" cy="36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2"/>
              </a:buClr>
              <a:buSzPts val="1400"/>
              <a:buNone/>
              <a:defRPr sz="16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p:txBody>
      </p:sp>
      <p:sp>
        <p:nvSpPr>
          <p:cNvPr id="512" name="Google Shape;512;p55"/>
          <p:cNvSpPr txBox="1"/>
          <p:nvPr>
            <p:ph idx="6" type="subTitle"/>
          </p:nvPr>
        </p:nvSpPr>
        <p:spPr>
          <a:xfrm>
            <a:off x="3443626" y="1656449"/>
            <a:ext cx="12312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160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
        <p:nvSpPr>
          <p:cNvPr id="513" name="Google Shape;513;p55"/>
          <p:cNvSpPr txBox="1"/>
          <p:nvPr>
            <p:ph idx="7" type="ctrTitle"/>
          </p:nvPr>
        </p:nvSpPr>
        <p:spPr>
          <a:xfrm>
            <a:off x="5498425" y="1361363"/>
            <a:ext cx="1231200" cy="36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2"/>
              </a:buClr>
              <a:buSzPts val="1400"/>
              <a:buNone/>
              <a:defRPr sz="1600">
                <a:solidFill>
                  <a:schemeClr val="accent2"/>
                </a:solidFill>
              </a:defRPr>
            </a:lvl1pPr>
            <a:lvl2pPr lvl="1" rtl="0" algn="ctr">
              <a:spcBef>
                <a:spcPts val="0"/>
              </a:spcBef>
              <a:spcAft>
                <a:spcPts val="0"/>
              </a:spcAft>
              <a:buClr>
                <a:schemeClr val="accent2"/>
              </a:buClr>
              <a:buSzPts val="1800"/>
              <a:buNone/>
              <a:defRPr sz="1800">
                <a:solidFill>
                  <a:schemeClr val="accent2"/>
                </a:solidFill>
              </a:defRPr>
            </a:lvl2pPr>
            <a:lvl3pPr lvl="2" rtl="0" algn="ctr">
              <a:spcBef>
                <a:spcPts val="0"/>
              </a:spcBef>
              <a:spcAft>
                <a:spcPts val="0"/>
              </a:spcAft>
              <a:buClr>
                <a:schemeClr val="accent2"/>
              </a:buClr>
              <a:buSzPts val="1800"/>
              <a:buNone/>
              <a:defRPr sz="1800">
                <a:solidFill>
                  <a:schemeClr val="accent2"/>
                </a:solidFill>
              </a:defRPr>
            </a:lvl3pPr>
            <a:lvl4pPr lvl="3" rtl="0" algn="ctr">
              <a:spcBef>
                <a:spcPts val="0"/>
              </a:spcBef>
              <a:spcAft>
                <a:spcPts val="0"/>
              </a:spcAft>
              <a:buClr>
                <a:schemeClr val="accent2"/>
              </a:buClr>
              <a:buSzPts val="1800"/>
              <a:buNone/>
              <a:defRPr sz="1800">
                <a:solidFill>
                  <a:schemeClr val="accent2"/>
                </a:solidFill>
              </a:defRPr>
            </a:lvl4pPr>
            <a:lvl5pPr lvl="4" rtl="0" algn="ctr">
              <a:spcBef>
                <a:spcPts val="0"/>
              </a:spcBef>
              <a:spcAft>
                <a:spcPts val="0"/>
              </a:spcAft>
              <a:buClr>
                <a:schemeClr val="accent2"/>
              </a:buClr>
              <a:buSzPts val="1800"/>
              <a:buNone/>
              <a:defRPr sz="1800">
                <a:solidFill>
                  <a:schemeClr val="accent2"/>
                </a:solidFill>
              </a:defRPr>
            </a:lvl5pPr>
            <a:lvl6pPr lvl="5" rtl="0" algn="ctr">
              <a:spcBef>
                <a:spcPts val="0"/>
              </a:spcBef>
              <a:spcAft>
                <a:spcPts val="0"/>
              </a:spcAft>
              <a:buClr>
                <a:schemeClr val="accent2"/>
              </a:buClr>
              <a:buSzPts val="1800"/>
              <a:buNone/>
              <a:defRPr sz="1800">
                <a:solidFill>
                  <a:schemeClr val="accent2"/>
                </a:solidFill>
              </a:defRPr>
            </a:lvl6pPr>
            <a:lvl7pPr lvl="6" rtl="0" algn="ctr">
              <a:spcBef>
                <a:spcPts val="0"/>
              </a:spcBef>
              <a:spcAft>
                <a:spcPts val="0"/>
              </a:spcAft>
              <a:buClr>
                <a:schemeClr val="accent2"/>
              </a:buClr>
              <a:buSzPts val="1800"/>
              <a:buNone/>
              <a:defRPr sz="1800">
                <a:solidFill>
                  <a:schemeClr val="accent2"/>
                </a:solidFill>
              </a:defRPr>
            </a:lvl7pPr>
            <a:lvl8pPr lvl="7" rtl="0" algn="ctr">
              <a:spcBef>
                <a:spcPts val="0"/>
              </a:spcBef>
              <a:spcAft>
                <a:spcPts val="0"/>
              </a:spcAft>
              <a:buClr>
                <a:schemeClr val="accent2"/>
              </a:buClr>
              <a:buSzPts val="1800"/>
              <a:buNone/>
              <a:defRPr sz="1800">
                <a:solidFill>
                  <a:schemeClr val="accent2"/>
                </a:solidFill>
              </a:defRPr>
            </a:lvl8pPr>
            <a:lvl9pPr lvl="8" rtl="0" algn="ctr">
              <a:spcBef>
                <a:spcPts val="0"/>
              </a:spcBef>
              <a:spcAft>
                <a:spcPts val="0"/>
              </a:spcAft>
              <a:buClr>
                <a:schemeClr val="accent2"/>
              </a:buClr>
              <a:buSzPts val="1800"/>
              <a:buNone/>
              <a:defRPr sz="1800">
                <a:solidFill>
                  <a:schemeClr val="accent2"/>
                </a:solidFill>
              </a:defRPr>
            </a:lvl9pPr>
          </a:lstStyle>
          <a:p/>
        </p:txBody>
      </p:sp>
      <p:sp>
        <p:nvSpPr>
          <p:cNvPr id="514" name="Google Shape;514;p55"/>
          <p:cNvSpPr txBox="1"/>
          <p:nvPr>
            <p:ph idx="8" type="subTitle"/>
          </p:nvPr>
        </p:nvSpPr>
        <p:spPr>
          <a:xfrm>
            <a:off x="5498325" y="1654912"/>
            <a:ext cx="12312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000"/>
              <a:buNone/>
              <a:defRPr sz="1400"/>
            </a:lvl1pPr>
            <a:lvl2pPr lvl="1" rtl="0" algn="ctr">
              <a:lnSpc>
                <a:spcPct val="100000"/>
              </a:lnSpc>
              <a:spcBef>
                <a:spcPts val="1600"/>
              </a:spcBef>
              <a:spcAft>
                <a:spcPts val="0"/>
              </a:spcAft>
              <a:buSzPts val="1000"/>
              <a:buNone/>
              <a:defRPr sz="1000"/>
            </a:lvl2pPr>
            <a:lvl3pPr lvl="2" rtl="0" algn="ctr">
              <a:lnSpc>
                <a:spcPct val="100000"/>
              </a:lnSpc>
              <a:spcBef>
                <a:spcPts val="0"/>
              </a:spcBef>
              <a:spcAft>
                <a:spcPts val="0"/>
              </a:spcAft>
              <a:buSzPts val="1000"/>
              <a:buNone/>
              <a:defRPr sz="1000"/>
            </a:lvl3pPr>
            <a:lvl4pPr lvl="3" rtl="0" algn="ctr">
              <a:lnSpc>
                <a:spcPct val="100000"/>
              </a:lnSpc>
              <a:spcBef>
                <a:spcPts val="0"/>
              </a:spcBef>
              <a:spcAft>
                <a:spcPts val="0"/>
              </a:spcAft>
              <a:buSzPts val="1000"/>
              <a:buNone/>
              <a:defRPr sz="1000"/>
            </a:lvl4pPr>
            <a:lvl5pPr lvl="4" rtl="0" algn="ctr">
              <a:lnSpc>
                <a:spcPct val="100000"/>
              </a:lnSpc>
              <a:spcBef>
                <a:spcPts val="0"/>
              </a:spcBef>
              <a:spcAft>
                <a:spcPts val="0"/>
              </a:spcAft>
              <a:buSzPts val="1000"/>
              <a:buNone/>
              <a:defRPr sz="1000"/>
            </a:lvl5pPr>
            <a:lvl6pPr lvl="5" rtl="0" algn="ctr">
              <a:lnSpc>
                <a:spcPct val="100000"/>
              </a:lnSpc>
              <a:spcBef>
                <a:spcPts val="0"/>
              </a:spcBef>
              <a:spcAft>
                <a:spcPts val="0"/>
              </a:spcAft>
              <a:buSzPts val="1000"/>
              <a:buNone/>
              <a:defRPr sz="1000"/>
            </a:lvl6pPr>
            <a:lvl7pPr lvl="6" rtl="0" algn="ctr">
              <a:lnSpc>
                <a:spcPct val="100000"/>
              </a:lnSpc>
              <a:spcBef>
                <a:spcPts val="0"/>
              </a:spcBef>
              <a:spcAft>
                <a:spcPts val="0"/>
              </a:spcAft>
              <a:buSzPts val="1000"/>
              <a:buNone/>
              <a:defRPr sz="1000"/>
            </a:lvl7pPr>
            <a:lvl8pPr lvl="7" rtl="0" algn="ctr">
              <a:lnSpc>
                <a:spcPct val="100000"/>
              </a:lnSpc>
              <a:spcBef>
                <a:spcPts val="0"/>
              </a:spcBef>
              <a:spcAft>
                <a:spcPts val="0"/>
              </a:spcAft>
              <a:buSzPts val="1000"/>
              <a:buNone/>
              <a:defRPr sz="1000"/>
            </a:lvl8pPr>
            <a:lvl9pPr lvl="8" rtl="0" algn="ctr">
              <a:lnSpc>
                <a:spcPct val="100000"/>
              </a:lnSpc>
              <a:spcBef>
                <a:spcPts val="0"/>
              </a:spcBef>
              <a:spcAft>
                <a:spcPts val="0"/>
              </a:spcAft>
              <a:buSzPts val="1000"/>
              <a:buNone/>
              <a:defRPr sz="1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1">
  <p:cSld name="CUSTOM_61">
    <p:spTree>
      <p:nvGrpSpPr>
        <p:cNvPr id="515" name="Shape 515"/>
        <p:cNvGrpSpPr/>
        <p:nvPr/>
      </p:nvGrpSpPr>
      <p:grpSpPr>
        <a:xfrm>
          <a:off x="0" y="0"/>
          <a:ext cx="0" cy="0"/>
          <a:chOff x="0" y="0"/>
          <a:chExt cx="0" cy="0"/>
        </a:xfrm>
      </p:grpSpPr>
      <p:pic>
        <p:nvPicPr>
          <p:cNvPr id="516" name="Google Shape;516;p56"/>
          <p:cNvPicPr preferRelativeResize="0"/>
          <p:nvPr/>
        </p:nvPicPr>
        <p:blipFill>
          <a:blip r:embed="rId2">
            <a:alphaModFix/>
          </a:blip>
          <a:stretch>
            <a:fillRect/>
          </a:stretch>
        </p:blipFill>
        <p:spPr>
          <a:xfrm>
            <a:off x="0" y="-228600"/>
            <a:ext cx="2300675" cy="2075900"/>
          </a:xfrm>
          <a:prstGeom prst="rect">
            <a:avLst/>
          </a:prstGeom>
          <a:noFill/>
          <a:ln>
            <a:noFill/>
          </a:ln>
        </p:spPr>
      </p:pic>
      <p:pic>
        <p:nvPicPr>
          <p:cNvPr id="517" name="Google Shape;517;p56"/>
          <p:cNvPicPr preferRelativeResize="0"/>
          <p:nvPr/>
        </p:nvPicPr>
        <p:blipFill>
          <a:blip r:embed="rId2">
            <a:alphaModFix/>
          </a:blip>
          <a:stretch>
            <a:fillRect/>
          </a:stretch>
        </p:blipFill>
        <p:spPr>
          <a:xfrm flipH="1">
            <a:off x="6843325" y="-228600"/>
            <a:ext cx="2300675" cy="2075900"/>
          </a:xfrm>
          <a:prstGeom prst="rect">
            <a:avLst/>
          </a:prstGeom>
          <a:noFill/>
          <a:ln>
            <a:noFill/>
          </a:ln>
        </p:spPr>
      </p:pic>
      <p:sp>
        <p:nvSpPr>
          <p:cNvPr id="518" name="Google Shape;518;p56"/>
          <p:cNvSpPr txBox="1"/>
          <p:nvPr>
            <p:ph type="ctrTitle"/>
          </p:nvPr>
        </p:nvSpPr>
        <p:spPr>
          <a:xfrm flipH="1">
            <a:off x="622800" y="454555"/>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519" name="Google Shape;519;p56"/>
          <p:cNvSpPr txBox="1"/>
          <p:nvPr>
            <p:ph idx="1" type="subTitle"/>
          </p:nvPr>
        </p:nvSpPr>
        <p:spPr>
          <a:xfrm>
            <a:off x="1573144" y="1489382"/>
            <a:ext cx="15558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20" name="Google Shape;520;p56"/>
          <p:cNvSpPr txBox="1"/>
          <p:nvPr>
            <p:ph idx="2" type="subTitle"/>
          </p:nvPr>
        </p:nvSpPr>
        <p:spPr>
          <a:xfrm>
            <a:off x="3787682" y="1491020"/>
            <a:ext cx="15558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21" name="Google Shape;521;p56"/>
          <p:cNvSpPr txBox="1"/>
          <p:nvPr>
            <p:ph idx="3" type="subTitle"/>
          </p:nvPr>
        </p:nvSpPr>
        <p:spPr>
          <a:xfrm>
            <a:off x="6064122" y="1493420"/>
            <a:ext cx="15558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22" name="Google Shape;522;p56"/>
          <p:cNvSpPr txBox="1"/>
          <p:nvPr>
            <p:ph idx="4" type="subTitle"/>
          </p:nvPr>
        </p:nvSpPr>
        <p:spPr>
          <a:xfrm>
            <a:off x="1573145" y="1060472"/>
            <a:ext cx="1555800" cy="340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523" name="Google Shape;523;p56"/>
          <p:cNvSpPr txBox="1"/>
          <p:nvPr>
            <p:ph idx="5" type="subTitle"/>
          </p:nvPr>
        </p:nvSpPr>
        <p:spPr>
          <a:xfrm>
            <a:off x="3787824" y="1072622"/>
            <a:ext cx="15558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524" name="Google Shape;524;p56"/>
          <p:cNvSpPr txBox="1"/>
          <p:nvPr>
            <p:ph idx="6" type="subTitle"/>
          </p:nvPr>
        </p:nvSpPr>
        <p:spPr>
          <a:xfrm>
            <a:off x="6064270" y="1065510"/>
            <a:ext cx="15558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525" name="Google Shape;525;p56"/>
          <p:cNvSpPr txBox="1"/>
          <p:nvPr>
            <p:ph idx="7" type="subTitle"/>
          </p:nvPr>
        </p:nvSpPr>
        <p:spPr>
          <a:xfrm>
            <a:off x="2692432" y="4157457"/>
            <a:ext cx="15558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26" name="Google Shape;526;p56"/>
          <p:cNvSpPr txBox="1"/>
          <p:nvPr>
            <p:ph idx="8" type="subTitle"/>
          </p:nvPr>
        </p:nvSpPr>
        <p:spPr>
          <a:xfrm>
            <a:off x="4906147" y="4138965"/>
            <a:ext cx="1555800" cy="60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527" name="Google Shape;527;p56"/>
          <p:cNvSpPr txBox="1"/>
          <p:nvPr>
            <p:ph idx="9" type="subTitle"/>
          </p:nvPr>
        </p:nvSpPr>
        <p:spPr>
          <a:xfrm>
            <a:off x="2692574" y="3773185"/>
            <a:ext cx="15558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
        <p:nvSpPr>
          <p:cNvPr id="528" name="Google Shape;528;p56"/>
          <p:cNvSpPr txBox="1"/>
          <p:nvPr>
            <p:ph idx="13" type="subTitle"/>
          </p:nvPr>
        </p:nvSpPr>
        <p:spPr>
          <a:xfrm>
            <a:off x="4906295" y="3774166"/>
            <a:ext cx="1555800" cy="46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9">
  <p:cSld name="CUSTOM_27">
    <p:spTree>
      <p:nvGrpSpPr>
        <p:cNvPr id="529" name="Shape 529"/>
        <p:cNvGrpSpPr/>
        <p:nvPr/>
      </p:nvGrpSpPr>
      <p:grpSpPr>
        <a:xfrm>
          <a:off x="0" y="0"/>
          <a:ext cx="0" cy="0"/>
          <a:chOff x="0" y="0"/>
          <a:chExt cx="0" cy="0"/>
        </a:xfrm>
      </p:grpSpPr>
      <p:sp>
        <p:nvSpPr>
          <p:cNvPr id="530" name="Google Shape;530;p57"/>
          <p:cNvSpPr txBox="1"/>
          <p:nvPr>
            <p:ph type="ctrTitle"/>
          </p:nvPr>
        </p:nvSpPr>
        <p:spPr>
          <a:xfrm flipH="1">
            <a:off x="457200" y="444899"/>
            <a:ext cx="8229600" cy="670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pic>
        <p:nvPicPr>
          <p:cNvPr id="531" name="Google Shape;531;p57"/>
          <p:cNvPicPr preferRelativeResize="0"/>
          <p:nvPr/>
        </p:nvPicPr>
        <p:blipFill>
          <a:blip r:embed="rId2">
            <a:alphaModFix/>
          </a:blip>
          <a:stretch>
            <a:fillRect/>
          </a:stretch>
        </p:blipFill>
        <p:spPr>
          <a:xfrm flipH="1">
            <a:off x="6831825" y="-795109"/>
            <a:ext cx="3139825" cy="2833049"/>
          </a:xfrm>
          <a:prstGeom prst="rect">
            <a:avLst/>
          </a:prstGeom>
          <a:noFill/>
          <a:ln>
            <a:noFill/>
          </a:ln>
        </p:spPr>
      </p:pic>
      <p:pic>
        <p:nvPicPr>
          <p:cNvPr id="532" name="Google Shape;532;p57"/>
          <p:cNvPicPr preferRelativeResize="0"/>
          <p:nvPr/>
        </p:nvPicPr>
        <p:blipFill>
          <a:blip r:embed="rId2">
            <a:alphaModFix/>
          </a:blip>
          <a:stretch>
            <a:fillRect/>
          </a:stretch>
        </p:blipFill>
        <p:spPr>
          <a:xfrm>
            <a:off x="-820369" y="-796531"/>
            <a:ext cx="3139825" cy="2833049"/>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0">
  <p:cSld name="CUSTOM_28">
    <p:spTree>
      <p:nvGrpSpPr>
        <p:cNvPr id="533" name="Shape 533"/>
        <p:cNvGrpSpPr/>
        <p:nvPr/>
      </p:nvGrpSpPr>
      <p:grpSpPr>
        <a:xfrm>
          <a:off x="0" y="0"/>
          <a:ext cx="0" cy="0"/>
          <a:chOff x="0" y="0"/>
          <a:chExt cx="0" cy="0"/>
        </a:xfrm>
      </p:grpSpPr>
      <p:pic>
        <p:nvPicPr>
          <p:cNvPr id="534" name="Google Shape;534;p58"/>
          <p:cNvPicPr preferRelativeResize="0"/>
          <p:nvPr/>
        </p:nvPicPr>
        <p:blipFill>
          <a:blip r:embed="rId2">
            <a:alphaModFix/>
          </a:blip>
          <a:stretch>
            <a:fillRect/>
          </a:stretch>
        </p:blipFill>
        <p:spPr>
          <a:xfrm>
            <a:off x="-551926" y="-466134"/>
            <a:ext cx="3136825" cy="2830350"/>
          </a:xfrm>
          <a:prstGeom prst="rect">
            <a:avLst/>
          </a:prstGeom>
          <a:noFill/>
          <a:ln>
            <a:noFill/>
          </a:ln>
        </p:spPr>
      </p:pic>
      <p:pic>
        <p:nvPicPr>
          <p:cNvPr id="535" name="Google Shape;535;p58"/>
          <p:cNvPicPr preferRelativeResize="0"/>
          <p:nvPr/>
        </p:nvPicPr>
        <p:blipFill>
          <a:blip r:embed="rId2">
            <a:alphaModFix/>
          </a:blip>
          <a:stretch>
            <a:fillRect/>
          </a:stretch>
        </p:blipFill>
        <p:spPr>
          <a:xfrm flipH="1">
            <a:off x="6559554" y="-465583"/>
            <a:ext cx="3136825" cy="2830350"/>
          </a:xfrm>
          <a:prstGeom prst="rect">
            <a:avLst/>
          </a:prstGeom>
          <a:noFill/>
          <a:ln>
            <a:noFill/>
          </a:ln>
        </p:spPr>
      </p:pic>
      <p:pic>
        <p:nvPicPr>
          <p:cNvPr id="536" name="Google Shape;536;p58"/>
          <p:cNvPicPr preferRelativeResize="0"/>
          <p:nvPr/>
        </p:nvPicPr>
        <p:blipFill>
          <a:blip r:embed="rId2">
            <a:alphaModFix/>
          </a:blip>
          <a:stretch>
            <a:fillRect/>
          </a:stretch>
        </p:blipFill>
        <p:spPr>
          <a:xfrm flipH="1" rot="10800000">
            <a:off x="-552472" y="2791087"/>
            <a:ext cx="3136825" cy="2830350"/>
          </a:xfrm>
          <a:prstGeom prst="rect">
            <a:avLst/>
          </a:prstGeom>
          <a:noFill/>
          <a:ln>
            <a:noFill/>
          </a:ln>
        </p:spPr>
      </p:pic>
      <p:pic>
        <p:nvPicPr>
          <p:cNvPr id="537" name="Google Shape;537;p58"/>
          <p:cNvPicPr preferRelativeResize="0"/>
          <p:nvPr/>
        </p:nvPicPr>
        <p:blipFill>
          <a:blip r:embed="rId2">
            <a:alphaModFix/>
          </a:blip>
          <a:stretch>
            <a:fillRect/>
          </a:stretch>
        </p:blipFill>
        <p:spPr>
          <a:xfrm rot="10800000">
            <a:off x="6549518" y="2790536"/>
            <a:ext cx="3136825" cy="2830350"/>
          </a:xfrm>
          <a:prstGeom prst="rect">
            <a:avLst/>
          </a:prstGeom>
          <a:noFill/>
          <a:ln>
            <a:noFill/>
          </a:ln>
        </p:spPr>
      </p:pic>
      <p:sp>
        <p:nvSpPr>
          <p:cNvPr id="538" name="Google Shape;538;p58"/>
          <p:cNvSpPr txBox="1"/>
          <p:nvPr>
            <p:ph type="ctrTitle"/>
          </p:nvPr>
        </p:nvSpPr>
        <p:spPr>
          <a:xfrm flipH="1">
            <a:off x="540000" y="507400"/>
            <a:ext cx="8064000" cy="670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3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
  <p:cSld name="CUSTOM_34">
    <p:spTree>
      <p:nvGrpSpPr>
        <p:cNvPr id="539" name="Shape 539"/>
        <p:cNvGrpSpPr/>
        <p:nvPr/>
      </p:nvGrpSpPr>
      <p:grpSpPr>
        <a:xfrm>
          <a:off x="0" y="0"/>
          <a:ext cx="0" cy="0"/>
          <a:chOff x="0" y="0"/>
          <a:chExt cx="0" cy="0"/>
        </a:xfrm>
      </p:grpSpPr>
      <p:sp>
        <p:nvSpPr>
          <p:cNvPr id="540" name="Google Shape;540;p59"/>
          <p:cNvSpPr txBox="1"/>
          <p:nvPr>
            <p:ph type="ctrTitle"/>
          </p:nvPr>
        </p:nvSpPr>
        <p:spPr>
          <a:xfrm flipH="1">
            <a:off x="457200" y="1443030"/>
            <a:ext cx="2695800" cy="670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600"/>
              <a:buNone/>
              <a:defRPr b="1"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541" name="Google Shape;541;p59"/>
          <p:cNvSpPr txBox="1"/>
          <p:nvPr/>
        </p:nvSpPr>
        <p:spPr>
          <a:xfrm>
            <a:off x="3390325" y="2006627"/>
            <a:ext cx="2818200" cy="12447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Clr>
                <a:srgbClr val="000000"/>
              </a:buClr>
              <a:buSzPts val="1100"/>
              <a:buFont typeface="Arial"/>
              <a:buNone/>
            </a:pPr>
            <a:r>
              <a:rPr lang="en-GB" sz="1200">
                <a:solidFill>
                  <a:schemeClr val="lt1"/>
                </a:solidFill>
                <a:latin typeface="Roboto Condensed Light"/>
                <a:ea typeface="Roboto Condensed Light"/>
                <a:cs typeface="Roboto Condensed Light"/>
                <a:sym typeface="Roboto Condensed Light"/>
              </a:rPr>
              <a:t>CREDITS: This presentation template was created by</a:t>
            </a:r>
            <a:r>
              <a:rPr lang="en-GB" sz="1200">
                <a:solidFill>
                  <a:schemeClr val="dk1"/>
                </a:solidFill>
                <a:latin typeface="Roboto Condensed Light"/>
                <a:ea typeface="Roboto Condensed Light"/>
                <a:cs typeface="Roboto Condensed Light"/>
                <a:sym typeface="Roboto Condensed Light"/>
              </a:rPr>
              <a:t> </a:t>
            </a:r>
            <a:r>
              <a:rPr lang="en-GB" sz="1200">
                <a:solidFill>
                  <a:schemeClr val="lt1"/>
                </a:solidFill>
                <a:uFill>
                  <a:noFill/>
                </a:uFill>
                <a:latin typeface="Roboto Condensed Light"/>
                <a:ea typeface="Roboto Condensed Light"/>
                <a:cs typeface="Roboto Condensed Light"/>
                <a:sym typeface="Roboto Condensed Light"/>
                <a:hlinkClick r:id="rId2">
                  <a:extLst>
                    <a:ext uri="{A12FA001-AC4F-418D-AE19-62706E023703}">
                      <ahyp:hlinkClr val="tx"/>
                    </a:ext>
                  </a:extLst>
                </a:hlinkClick>
              </a:rPr>
              <a:t>Slidesgo</a:t>
            </a:r>
            <a:r>
              <a:rPr lang="en-GB" sz="1200">
                <a:solidFill>
                  <a:schemeClr val="lt1"/>
                </a:solidFill>
                <a:latin typeface="Roboto Condensed Light"/>
                <a:ea typeface="Roboto Condensed Light"/>
                <a:cs typeface="Roboto Condensed Light"/>
                <a:sym typeface="Roboto Condensed Light"/>
              </a:rPr>
              <a:t>, including icons by </a:t>
            </a:r>
            <a:r>
              <a:rPr lang="en-GB" sz="1200">
                <a:solidFill>
                  <a:schemeClr val="lt1"/>
                </a:solidFill>
                <a:uFill>
                  <a:noFill/>
                </a:uFill>
                <a:latin typeface="Roboto Condensed Light"/>
                <a:ea typeface="Roboto Condensed Light"/>
                <a:cs typeface="Roboto Condensed Light"/>
                <a:sym typeface="Roboto Condensed Light"/>
                <a:hlinkClick r:id="rId3">
                  <a:extLst>
                    <a:ext uri="{A12FA001-AC4F-418D-AE19-62706E023703}">
                      <ahyp:hlinkClr val="tx"/>
                    </a:ext>
                  </a:extLst>
                </a:hlinkClick>
              </a:rPr>
              <a:t>Flaticon</a:t>
            </a:r>
            <a:r>
              <a:rPr lang="en-GB" sz="1200">
                <a:solidFill>
                  <a:schemeClr val="lt1"/>
                </a:solidFill>
                <a:latin typeface="Roboto Condensed Light"/>
                <a:ea typeface="Roboto Condensed Light"/>
                <a:cs typeface="Roboto Condensed Light"/>
                <a:sym typeface="Roboto Condensed Light"/>
              </a:rPr>
              <a:t>, infographics &amp; images by </a:t>
            </a:r>
            <a:r>
              <a:rPr lang="en-GB" sz="1200">
                <a:solidFill>
                  <a:schemeClr val="lt1"/>
                </a:solidFill>
                <a:uFill>
                  <a:noFill/>
                </a:uFill>
                <a:latin typeface="Roboto Condensed Light"/>
                <a:ea typeface="Roboto Condensed Light"/>
                <a:cs typeface="Roboto Condensed Light"/>
                <a:sym typeface="Roboto Condensed Light"/>
                <a:hlinkClick r:id="rId4">
                  <a:extLst>
                    <a:ext uri="{A12FA001-AC4F-418D-AE19-62706E023703}">
                      <ahyp:hlinkClr val="tx"/>
                    </a:ext>
                  </a:extLst>
                </a:hlinkClick>
              </a:rPr>
              <a:t>Freepik</a:t>
            </a:r>
            <a:endParaRPr sz="1200">
              <a:solidFill>
                <a:schemeClr val="lt1"/>
              </a:solidFill>
              <a:latin typeface="Roboto Condensed Light"/>
              <a:ea typeface="Roboto Condensed Light"/>
              <a:cs typeface="Roboto Condensed Light"/>
              <a:sym typeface="Roboto Condensed Light"/>
            </a:endParaRPr>
          </a:p>
          <a:p>
            <a:pPr indent="0" lvl="0" marL="1371600" rtl="0" algn="l">
              <a:lnSpc>
                <a:spcPct val="114000"/>
              </a:lnSpc>
              <a:spcBef>
                <a:spcPts val="0"/>
              </a:spcBef>
              <a:spcAft>
                <a:spcPts val="0"/>
              </a:spcAft>
              <a:buClr>
                <a:srgbClr val="000000"/>
              </a:buClr>
              <a:buSzPts val="1100"/>
              <a:buFont typeface="Arial"/>
              <a:buNone/>
            </a:pPr>
            <a:r>
              <a:t/>
            </a:r>
            <a:endParaRPr sz="1200">
              <a:solidFill>
                <a:schemeClr val="dk1"/>
              </a:solidFill>
              <a:latin typeface="Roboto"/>
              <a:ea typeface="Roboto"/>
              <a:cs typeface="Roboto"/>
              <a:sym typeface="Roboto"/>
            </a:endParaRPr>
          </a:p>
          <a:p>
            <a:pPr indent="0" lvl="0" marL="1371600" rtl="0" algn="l">
              <a:lnSpc>
                <a:spcPct val="114000"/>
              </a:lnSpc>
              <a:spcBef>
                <a:spcPts val="0"/>
              </a:spcBef>
              <a:spcAft>
                <a:spcPts val="0"/>
              </a:spcAft>
              <a:buClr>
                <a:srgbClr val="000000"/>
              </a:buClr>
              <a:buSzPts val="1100"/>
              <a:buFont typeface="Arial"/>
              <a:buNone/>
            </a:pPr>
            <a:r>
              <a:t/>
            </a:r>
            <a:endParaRPr sz="1200">
              <a:solidFill>
                <a:schemeClr val="dk1"/>
              </a:solidFill>
              <a:highlight>
                <a:srgbClr val="FFD809"/>
              </a:highlight>
              <a:latin typeface="Roboto"/>
              <a:ea typeface="Roboto"/>
              <a:cs typeface="Roboto"/>
              <a:sym typeface="Roboto"/>
            </a:endParaRPr>
          </a:p>
          <a:p>
            <a:pPr indent="0" lvl="0" marL="1371600" rtl="0" algn="l">
              <a:lnSpc>
                <a:spcPct val="114000"/>
              </a:lnSpc>
              <a:spcBef>
                <a:spcPts val="0"/>
              </a:spcBef>
              <a:spcAft>
                <a:spcPts val="0"/>
              </a:spcAft>
              <a:buClr>
                <a:srgbClr val="000000"/>
              </a:buClr>
              <a:buSzPts val="1100"/>
              <a:buFont typeface="Arial"/>
              <a:buNone/>
            </a:pPr>
            <a:r>
              <a:t/>
            </a:r>
            <a:endParaRPr sz="1200">
              <a:solidFill>
                <a:schemeClr val="dk1"/>
              </a:solidFill>
              <a:highlight>
                <a:srgbClr val="FFD809"/>
              </a:highlight>
              <a:latin typeface="Roboto"/>
              <a:ea typeface="Roboto"/>
              <a:cs typeface="Roboto"/>
              <a:sym typeface="Roboto"/>
            </a:endParaRPr>
          </a:p>
          <a:p>
            <a:pPr indent="0" lvl="0" marL="1371600" rtl="0" algn="l">
              <a:lnSpc>
                <a:spcPct val="114000"/>
              </a:lnSpc>
              <a:spcBef>
                <a:spcPts val="0"/>
              </a:spcBef>
              <a:spcAft>
                <a:spcPts val="0"/>
              </a:spcAft>
              <a:buClr>
                <a:srgbClr val="000000"/>
              </a:buClr>
              <a:buSzPts val="1100"/>
              <a:buFont typeface="Arial"/>
              <a:buNone/>
            </a:pPr>
            <a:r>
              <a:rPr lang="en-GB" sz="1200">
                <a:solidFill>
                  <a:schemeClr val="dk1"/>
                </a:solidFill>
                <a:highlight>
                  <a:srgbClr val="FFD809"/>
                </a:highlight>
                <a:latin typeface="Roboto"/>
                <a:ea typeface="Roboto"/>
                <a:cs typeface="Roboto"/>
                <a:sym typeface="Roboto"/>
              </a:rPr>
              <a:t> </a:t>
            </a:r>
            <a:endParaRPr sz="1200">
              <a:solidFill>
                <a:schemeClr val="dk1"/>
              </a:solidFill>
              <a:highlight>
                <a:srgbClr val="FFD809"/>
              </a:highlight>
              <a:latin typeface="Roboto"/>
              <a:ea typeface="Roboto"/>
              <a:cs typeface="Roboto"/>
              <a:sym typeface="Roboto"/>
            </a:endParaRPr>
          </a:p>
          <a:p>
            <a:pPr indent="0" lvl="0" marL="1371600" rtl="0" algn="l">
              <a:lnSpc>
                <a:spcPct val="114000"/>
              </a:lnSpc>
              <a:spcBef>
                <a:spcPts val="0"/>
              </a:spcBef>
              <a:spcAft>
                <a:spcPts val="0"/>
              </a:spcAft>
              <a:buClr>
                <a:srgbClr val="000000"/>
              </a:buClr>
              <a:buSzPts val="1100"/>
              <a:buFont typeface="Arial"/>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
        <p:nvSpPr>
          <p:cNvPr id="542" name="Google Shape;542;p59"/>
          <p:cNvSpPr txBox="1"/>
          <p:nvPr>
            <p:ph idx="1" type="subTitle"/>
          </p:nvPr>
        </p:nvSpPr>
        <p:spPr>
          <a:xfrm>
            <a:off x="457188" y="2038763"/>
            <a:ext cx="2695800" cy="488400"/>
          </a:xfrm>
          <a:prstGeom prst="rect">
            <a:avLst/>
          </a:prstGeom>
        </p:spPr>
        <p:txBody>
          <a:bodyPr anchorCtr="0" anchor="t" bIns="91425" lIns="91425" spcFirstLastPara="1" rIns="91425" wrap="square" tIns="91425">
            <a:noAutofit/>
          </a:bodyPr>
          <a:lstStyle>
            <a:lvl1pPr lvl="0" rtl="0" algn="just">
              <a:lnSpc>
                <a:spcPct val="100000"/>
              </a:lnSpc>
              <a:spcBef>
                <a:spcPts val="0"/>
              </a:spcBef>
              <a:spcAft>
                <a:spcPts val="0"/>
              </a:spcAft>
              <a:buSzPts val="1000"/>
              <a:buChar char="●"/>
              <a:defRPr sz="1400"/>
            </a:lvl1pPr>
            <a:lvl2pPr lvl="1" rtl="0" algn="ctr">
              <a:lnSpc>
                <a:spcPct val="100000"/>
              </a:lnSpc>
              <a:spcBef>
                <a:spcPts val="0"/>
              </a:spcBef>
              <a:spcAft>
                <a:spcPts val="0"/>
              </a:spcAft>
              <a:buSzPts val="1000"/>
              <a:buChar char="○"/>
              <a:defRPr sz="1000"/>
            </a:lvl2pPr>
            <a:lvl3pPr lvl="2" rtl="0" algn="ctr">
              <a:lnSpc>
                <a:spcPct val="100000"/>
              </a:lnSpc>
              <a:spcBef>
                <a:spcPts val="0"/>
              </a:spcBef>
              <a:spcAft>
                <a:spcPts val="0"/>
              </a:spcAft>
              <a:buSzPts val="1000"/>
              <a:buChar char="■"/>
              <a:defRPr sz="1000"/>
            </a:lvl3pPr>
            <a:lvl4pPr lvl="3" rtl="0" algn="ctr">
              <a:lnSpc>
                <a:spcPct val="100000"/>
              </a:lnSpc>
              <a:spcBef>
                <a:spcPts val="0"/>
              </a:spcBef>
              <a:spcAft>
                <a:spcPts val="0"/>
              </a:spcAft>
              <a:buSzPts val="1000"/>
              <a:buChar char="●"/>
              <a:defRPr sz="1000"/>
            </a:lvl4pPr>
            <a:lvl5pPr lvl="4" rtl="0" algn="ctr">
              <a:lnSpc>
                <a:spcPct val="100000"/>
              </a:lnSpc>
              <a:spcBef>
                <a:spcPts val="0"/>
              </a:spcBef>
              <a:spcAft>
                <a:spcPts val="0"/>
              </a:spcAft>
              <a:buSzPts val="1000"/>
              <a:buChar char="○"/>
              <a:defRPr sz="1000"/>
            </a:lvl5pPr>
            <a:lvl6pPr lvl="5" rtl="0" algn="ctr">
              <a:lnSpc>
                <a:spcPct val="100000"/>
              </a:lnSpc>
              <a:spcBef>
                <a:spcPts val="0"/>
              </a:spcBef>
              <a:spcAft>
                <a:spcPts val="0"/>
              </a:spcAft>
              <a:buSzPts val="1000"/>
              <a:buChar char="■"/>
              <a:defRPr sz="1000"/>
            </a:lvl6pPr>
            <a:lvl7pPr lvl="6" rtl="0" algn="ctr">
              <a:lnSpc>
                <a:spcPct val="100000"/>
              </a:lnSpc>
              <a:spcBef>
                <a:spcPts val="0"/>
              </a:spcBef>
              <a:spcAft>
                <a:spcPts val="0"/>
              </a:spcAft>
              <a:buSzPts val="1000"/>
              <a:buChar char="●"/>
              <a:defRPr sz="1000"/>
            </a:lvl7pPr>
            <a:lvl8pPr lvl="7" rtl="0" algn="ctr">
              <a:lnSpc>
                <a:spcPct val="100000"/>
              </a:lnSpc>
              <a:spcBef>
                <a:spcPts val="0"/>
              </a:spcBef>
              <a:spcAft>
                <a:spcPts val="0"/>
              </a:spcAft>
              <a:buSzPts val="1000"/>
              <a:buChar char="○"/>
              <a:defRPr sz="1000"/>
            </a:lvl8pPr>
            <a:lvl9pPr lvl="8" rtl="0" algn="ctr">
              <a:lnSpc>
                <a:spcPct val="100000"/>
              </a:lnSpc>
              <a:spcBef>
                <a:spcPts val="0"/>
              </a:spcBef>
              <a:spcAft>
                <a:spcPts val="0"/>
              </a:spcAft>
              <a:buSzPts val="1000"/>
              <a:buChar char="■"/>
              <a:defRPr sz="1000"/>
            </a:lvl9pPr>
          </a:lstStyle>
          <a:p/>
        </p:txBody>
      </p:sp>
      <p:pic>
        <p:nvPicPr>
          <p:cNvPr id="543" name="Google Shape;543;p59"/>
          <p:cNvPicPr preferRelativeResize="0"/>
          <p:nvPr/>
        </p:nvPicPr>
        <p:blipFill>
          <a:blip r:embed="rId5">
            <a:alphaModFix/>
          </a:blip>
          <a:stretch>
            <a:fillRect/>
          </a:stretch>
        </p:blipFill>
        <p:spPr>
          <a:xfrm flipH="1">
            <a:off x="5071778" y="-1374105"/>
            <a:ext cx="4072221" cy="3674359"/>
          </a:xfrm>
          <a:prstGeom prst="rect">
            <a:avLst/>
          </a:prstGeom>
          <a:noFill/>
          <a:ln>
            <a:noFill/>
          </a:ln>
        </p:spPr>
      </p:pic>
      <p:pic>
        <p:nvPicPr>
          <p:cNvPr id="544" name="Google Shape;544;p59"/>
          <p:cNvPicPr preferRelativeResize="0"/>
          <p:nvPr/>
        </p:nvPicPr>
        <p:blipFill>
          <a:blip r:embed="rId5">
            <a:alphaModFix/>
          </a:blip>
          <a:stretch>
            <a:fillRect/>
          </a:stretch>
        </p:blipFill>
        <p:spPr>
          <a:xfrm rot="10800000">
            <a:off x="5058749" y="2776786"/>
            <a:ext cx="4072221" cy="3674359"/>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1">
  <p:cSld name="CUSTOM_29">
    <p:spTree>
      <p:nvGrpSpPr>
        <p:cNvPr id="545" name="Shape 545"/>
        <p:cNvGrpSpPr/>
        <p:nvPr/>
      </p:nvGrpSpPr>
      <p:grpSpPr>
        <a:xfrm>
          <a:off x="0" y="0"/>
          <a:ext cx="0" cy="0"/>
          <a:chOff x="0" y="0"/>
          <a:chExt cx="0" cy="0"/>
        </a:xfrm>
      </p:grpSpPr>
      <p:sp>
        <p:nvSpPr>
          <p:cNvPr id="546" name="Google Shape;546;p60"/>
          <p:cNvSpPr txBox="1"/>
          <p:nvPr>
            <p:ph type="ctrTitle"/>
          </p:nvPr>
        </p:nvSpPr>
        <p:spPr>
          <a:xfrm flipH="1">
            <a:off x="540000" y="456180"/>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pic>
        <p:nvPicPr>
          <p:cNvPr id="547" name="Google Shape;547;p60"/>
          <p:cNvPicPr preferRelativeResize="0"/>
          <p:nvPr/>
        </p:nvPicPr>
        <p:blipFill>
          <a:blip r:embed="rId2">
            <a:alphaModFix/>
          </a:blip>
          <a:stretch>
            <a:fillRect/>
          </a:stretch>
        </p:blipFill>
        <p:spPr>
          <a:xfrm rot="10800000">
            <a:off x="7770966" y="3973492"/>
            <a:ext cx="2300675" cy="2075900"/>
          </a:xfrm>
          <a:prstGeom prst="rect">
            <a:avLst/>
          </a:prstGeom>
          <a:noFill/>
          <a:ln>
            <a:noFill/>
          </a:ln>
        </p:spPr>
      </p:pic>
      <p:pic>
        <p:nvPicPr>
          <p:cNvPr id="548" name="Google Shape;548;p60"/>
          <p:cNvPicPr preferRelativeResize="0"/>
          <p:nvPr/>
        </p:nvPicPr>
        <p:blipFill>
          <a:blip r:embed="rId2">
            <a:alphaModFix/>
          </a:blip>
          <a:stretch>
            <a:fillRect/>
          </a:stretch>
        </p:blipFill>
        <p:spPr>
          <a:xfrm flipH="1" rot="10800000">
            <a:off x="-918995" y="3893567"/>
            <a:ext cx="2300675" cy="2075900"/>
          </a:xfrm>
          <a:prstGeom prst="rect">
            <a:avLst/>
          </a:prstGeom>
          <a:noFill/>
          <a:ln>
            <a:noFill/>
          </a:ln>
        </p:spPr>
      </p:pic>
      <p:pic>
        <p:nvPicPr>
          <p:cNvPr id="549" name="Google Shape;549;p60"/>
          <p:cNvPicPr preferRelativeResize="0"/>
          <p:nvPr/>
        </p:nvPicPr>
        <p:blipFill>
          <a:blip r:embed="rId2">
            <a:alphaModFix/>
          </a:blip>
          <a:stretch>
            <a:fillRect/>
          </a:stretch>
        </p:blipFill>
        <p:spPr>
          <a:xfrm flipH="1">
            <a:off x="7769829" y="-210835"/>
            <a:ext cx="2300675" cy="2075900"/>
          </a:xfrm>
          <a:prstGeom prst="rect">
            <a:avLst/>
          </a:prstGeom>
          <a:noFill/>
          <a:ln>
            <a:noFill/>
          </a:ln>
        </p:spPr>
      </p:pic>
      <p:pic>
        <p:nvPicPr>
          <p:cNvPr id="550" name="Google Shape;550;p60"/>
          <p:cNvPicPr preferRelativeResize="0"/>
          <p:nvPr/>
        </p:nvPicPr>
        <p:blipFill>
          <a:blip r:embed="rId2">
            <a:alphaModFix/>
          </a:blip>
          <a:stretch>
            <a:fillRect/>
          </a:stretch>
        </p:blipFill>
        <p:spPr>
          <a:xfrm>
            <a:off x="-929394" y="-130910"/>
            <a:ext cx="2300675" cy="207590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2">
  <p:cSld name="CUSTOM_62">
    <p:spTree>
      <p:nvGrpSpPr>
        <p:cNvPr id="551" name="Shape 551"/>
        <p:cNvGrpSpPr/>
        <p:nvPr/>
      </p:nvGrpSpPr>
      <p:grpSpPr>
        <a:xfrm>
          <a:off x="0" y="0"/>
          <a:ext cx="0" cy="0"/>
          <a:chOff x="0" y="0"/>
          <a:chExt cx="0" cy="0"/>
        </a:xfrm>
      </p:grpSpPr>
      <p:sp>
        <p:nvSpPr>
          <p:cNvPr id="552" name="Google Shape;552;p61"/>
          <p:cNvSpPr txBox="1"/>
          <p:nvPr>
            <p:ph type="ctrTitle"/>
          </p:nvPr>
        </p:nvSpPr>
        <p:spPr>
          <a:xfrm flipH="1">
            <a:off x="540000" y="456180"/>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pic>
        <p:nvPicPr>
          <p:cNvPr id="553" name="Google Shape;553;p61"/>
          <p:cNvPicPr preferRelativeResize="0"/>
          <p:nvPr/>
        </p:nvPicPr>
        <p:blipFill>
          <a:blip r:embed="rId2">
            <a:alphaModFix/>
          </a:blip>
          <a:stretch>
            <a:fillRect/>
          </a:stretch>
        </p:blipFill>
        <p:spPr>
          <a:xfrm flipH="1">
            <a:off x="7769829" y="-210835"/>
            <a:ext cx="2300675" cy="2075900"/>
          </a:xfrm>
          <a:prstGeom prst="rect">
            <a:avLst/>
          </a:prstGeom>
          <a:noFill/>
          <a:ln>
            <a:noFill/>
          </a:ln>
        </p:spPr>
      </p:pic>
      <p:pic>
        <p:nvPicPr>
          <p:cNvPr id="554" name="Google Shape;554;p61"/>
          <p:cNvPicPr preferRelativeResize="0"/>
          <p:nvPr/>
        </p:nvPicPr>
        <p:blipFill>
          <a:blip r:embed="rId2">
            <a:alphaModFix/>
          </a:blip>
          <a:stretch>
            <a:fillRect/>
          </a:stretch>
        </p:blipFill>
        <p:spPr>
          <a:xfrm>
            <a:off x="-929394" y="-130910"/>
            <a:ext cx="2300675" cy="2075900"/>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9">
  <p:cSld name="CUSTOM_33">
    <p:spTree>
      <p:nvGrpSpPr>
        <p:cNvPr id="555" name="Shape 555"/>
        <p:cNvGrpSpPr/>
        <p:nvPr/>
      </p:nvGrpSpPr>
      <p:grpSpPr>
        <a:xfrm>
          <a:off x="0" y="0"/>
          <a:ext cx="0" cy="0"/>
          <a:chOff x="0" y="0"/>
          <a:chExt cx="0" cy="0"/>
        </a:xfrm>
      </p:grpSpPr>
      <p:sp>
        <p:nvSpPr>
          <p:cNvPr id="556" name="Google Shape;556;p62"/>
          <p:cNvSpPr txBox="1"/>
          <p:nvPr>
            <p:ph type="ctrTitle"/>
          </p:nvPr>
        </p:nvSpPr>
        <p:spPr>
          <a:xfrm flipH="1">
            <a:off x="540000" y="455570"/>
            <a:ext cx="8064000" cy="670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557" name="Google Shape;557;p62"/>
          <p:cNvSpPr txBox="1"/>
          <p:nvPr>
            <p:ph idx="1" type="subTitle"/>
          </p:nvPr>
        </p:nvSpPr>
        <p:spPr>
          <a:xfrm>
            <a:off x="2588100" y="2210650"/>
            <a:ext cx="3967800" cy="1844400"/>
          </a:xfrm>
          <a:prstGeom prst="rect">
            <a:avLst/>
          </a:prstGeom>
        </p:spPr>
        <p:txBody>
          <a:bodyPr anchorCtr="0" anchor="t" bIns="91425" lIns="91425" spcFirstLastPara="1" rIns="91425" wrap="square" tIns="91425">
            <a:noAutofit/>
          </a:bodyPr>
          <a:lstStyle>
            <a:lvl1pPr lvl="0" marR="50800" rtl="0">
              <a:lnSpc>
                <a:spcPct val="100000"/>
              </a:lnSpc>
              <a:spcBef>
                <a:spcPts val="0"/>
              </a:spcBef>
              <a:spcAft>
                <a:spcPts val="0"/>
              </a:spcAft>
              <a:buSzPts val="1200"/>
              <a:buChar char="●"/>
              <a:defRPr sz="1400"/>
            </a:lvl1pPr>
            <a:lvl2pPr lvl="1" rtl="0" algn="ctr">
              <a:lnSpc>
                <a:spcPct val="100000"/>
              </a:lnSpc>
              <a:spcBef>
                <a:spcPts val="0"/>
              </a:spcBef>
              <a:spcAft>
                <a:spcPts val="0"/>
              </a:spcAft>
              <a:buSzPts val="1000"/>
              <a:buChar char="○"/>
              <a:defRPr sz="1000"/>
            </a:lvl2pPr>
            <a:lvl3pPr lvl="2" rtl="0" algn="ctr">
              <a:lnSpc>
                <a:spcPct val="100000"/>
              </a:lnSpc>
              <a:spcBef>
                <a:spcPts val="0"/>
              </a:spcBef>
              <a:spcAft>
                <a:spcPts val="0"/>
              </a:spcAft>
              <a:buSzPts val="1000"/>
              <a:buChar char="■"/>
              <a:defRPr sz="1000"/>
            </a:lvl3pPr>
            <a:lvl4pPr lvl="3" rtl="0" algn="ctr">
              <a:lnSpc>
                <a:spcPct val="100000"/>
              </a:lnSpc>
              <a:spcBef>
                <a:spcPts val="0"/>
              </a:spcBef>
              <a:spcAft>
                <a:spcPts val="0"/>
              </a:spcAft>
              <a:buSzPts val="1000"/>
              <a:buChar char="●"/>
              <a:defRPr sz="1000"/>
            </a:lvl4pPr>
            <a:lvl5pPr lvl="4" rtl="0" algn="ctr">
              <a:lnSpc>
                <a:spcPct val="100000"/>
              </a:lnSpc>
              <a:spcBef>
                <a:spcPts val="0"/>
              </a:spcBef>
              <a:spcAft>
                <a:spcPts val="0"/>
              </a:spcAft>
              <a:buSzPts val="1000"/>
              <a:buChar char="○"/>
              <a:defRPr sz="1000"/>
            </a:lvl5pPr>
            <a:lvl6pPr lvl="5" rtl="0" algn="ctr">
              <a:lnSpc>
                <a:spcPct val="100000"/>
              </a:lnSpc>
              <a:spcBef>
                <a:spcPts val="0"/>
              </a:spcBef>
              <a:spcAft>
                <a:spcPts val="0"/>
              </a:spcAft>
              <a:buSzPts val="1000"/>
              <a:buChar char="■"/>
              <a:defRPr sz="1000"/>
            </a:lvl6pPr>
            <a:lvl7pPr lvl="6" rtl="0" algn="ctr">
              <a:lnSpc>
                <a:spcPct val="100000"/>
              </a:lnSpc>
              <a:spcBef>
                <a:spcPts val="0"/>
              </a:spcBef>
              <a:spcAft>
                <a:spcPts val="0"/>
              </a:spcAft>
              <a:buSzPts val="1000"/>
              <a:buChar char="●"/>
              <a:defRPr sz="1000"/>
            </a:lvl7pPr>
            <a:lvl8pPr lvl="7" rtl="0" algn="ctr">
              <a:lnSpc>
                <a:spcPct val="100000"/>
              </a:lnSpc>
              <a:spcBef>
                <a:spcPts val="0"/>
              </a:spcBef>
              <a:spcAft>
                <a:spcPts val="0"/>
              </a:spcAft>
              <a:buSzPts val="1000"/>
              <a:buChar char="○"/>
              <a:defRPr sz="1000"/>
            </a:lvl8pPr>
            <a:lvl9pPr lvl="8" rtl="0" algn="ctr">
              <a:lnSpc>
                <a:spcPct val="100000"/>
              </a:lnSpc>
              <a:spcBef>
                <a:spcPts val="0"/>
              </a:spcBef>
              <a:spcAft>
                <a:spcPts val="0"/>
              </a:spcAft>
              <a:buSzPts val="1000"/>
              <a:buChar char="■"/>
              <a:defRPr sz="1000"/>
            </a:lvl9pPr>
          </a:lstStyle>
          <a:p/>
        </p:txBody>
      </p:sp>
      <p:sp>
        <p:nvSpPr>
          <p:cNvPr id="558" name="Google Shape;558;p62">
            <a:hlinkClick r:id="rId2"/>
          </p:cNvPr>
          <p:cNvSpPr txBox="1"/>
          <p:nvPr>
            <p:ph idx="2" type="ctrTitle"/>
          </p:nvPr>
        </p:nvSpPr>
        <p:spPr>
          <a:xfrm>
            <a:off x="3224100" y="1799442"/>
            <a:ext cx="2695800" cy="265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1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pic>
        <p:nvPicPr>
          <p:cNvPr id="559" name="Google Shape;559;p62"/>
          <p:cNvPicPr preferRelativeResize="0"/>
          <p:nvPr/>
        </p:nvPicPr>
        <p:blipFill>
          <a:blip r:embed="rId3">
            <a:alphaModFix/>
          </a:blip>
          <a:stretch>
            <a:fillRect/>
          </a:stretch>
        </p:blipFill>
        <p:spPr>
          <a:xfrm rot="10800000">
            <a:off x="7247964" y="3287692"/>
            <a:ext cx="2300675" cy="2075900"/>
          </a:xfrm>
          <a:prstGeom prst="rect">
            <a:avLst/>
          </a:prstGeom>
          <a:noFill/>
          <a:ln>
            <a:noFill/>
          </a:ln>
        </p:spPr>
      </p:pic>
      <p:pic>
        <p:nvPicPr>
          <p:cNvPr id="560" name="Google Shape;560;p62"/>
          <p:cNvPicPr preferRelativeResize="0"/>
          <p:nvPr/>
        </p:nvPicPr>
        <p:blipFill>
          <a:blip r:embed="rId3">
            <a:alphaModFix/>
          </a:blip>
          <a:stretch>
            <a:fillRect/>
          </a:stretch>
        </p:blipFill>
        <p:spPr>
          <a:xfrm flipH="1" rot="10800000">
            <a:off x="-984228" y="3207767"/>
            <a:ext cx="2300675" cy="207590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41">
    <p:spTree>
      <p:nvGrpSpPr>
        <p:cNvPr id="561" name="Shape 561"/>
        <p:cNvGrpSpPr/>
        <p:nvPr/>
      </p:nvGrpSpPr>
      <p:grpSpPr>
        <a:xfrm>
          <a:off x="0" y="0"/>
          <a:ext cx="0" cy="0"/>
          <a:chOff x="0" y="0"/>
          <a:chExt cx="0" cy="0"/>
        </a:xfrm>
      </p:grpSpPr>
      <p:pic>
        <p:nvPicPr>
          <p:cNvPr id="562" name="Google Shape;562;p63"/>
          <p:cNvPicPr preferRelativeResize="0"/>
          <p:nvPr/>
        </p:nvPicPr>
        <p:blipFill>
          <a:blip r:embed="rId2">
            <a:alphaModFix/>
          </a:blip>
          <a:stretch>
            <a:fillRect/>
          </a:stretch>
        </p:blipFill>
        <p:spPr>
          <a:xfrm rot="10800000">
            <a:off x="6843313" y="-9498"/>
            <a:ext cx="2300675" cy="2075900"/>
          </a:xfrm>
          <a:prstGeom prst="rect">
            <a:avLst/>
          </a:prstGeom>
          <a:noFill/>
          <a:ln>
            <a:noFill/>
          </a:ln>
        </p:spPr>
      </p:pic>
      <p:pic>
        <p:nvPicPr>
          <p:cNvPr id="563" name="Google Shape;563;p63"/>
          <p:cNvPicPr preferRelativeResize="0"/>
          <p:nvPr/>
        </p:nvPicPr>
        <p:blipFill>
          <a:blip r:embed="rId2">
            <a:alphaModFix/>
          </a:blip>
          <a:stretch>
            <a:fillRect/>
          </a:stretch>
        </p:blipFill>
        <p:spPr>
          <a:xfrm flipH="1" rot="10800000">
            <a:off x="-12" y="-9498"/>
            <a:ext cx="2300675" cy="207590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41_1">
    <p:spTree>
      <p:nvGrpSpPr>
        <p:cNvPr id="564" name="Shape 564"/>
        <p:cNvGrpSpPr/>
        <p:nvPr/>
      </p:nvGrpSpPr>
      <p:grpSpPr>
        <a:xfrm>
          <a:off x="0" y="0"/>
          <a:ext cx="0" cy="0"/>
          <a:chOff x="0" y="0"/>
          <a:chExt cx="0" cy="0"/>
        </a:xfrm>
      </p:grpSpPr>
      <p:pic>
        <p:nvPicPr>
          <p:cNvPr id="565" name="Google Shape;565;p64"/>
          <p:cNvPicPr preferRelativeResize="0"/>
          <p:nvPr/>
        </p:nvPicPr>
        <p:blipFill>
          <a:blip r:embed="rId2">
            <a:alphaModFix/>
          </a:blip>
          <a:stretch>
            <a:fillRect/>
          </a:stretch>
        </p:blipFill>
        <p:spPr>
          <a:xfrm rot="10800000">
            <a:off x="7247964" y="3135292"/>
            <a:ext cx="2300675" cy="2075900"/>
          </a:xfrm>
          <a:prstGeom prst="rect">
            <a:avLst/>
          </a:prstGeom>
          <a:noFill/>
          <a:ln>
            <a:noFill/>
          </a:ln>
        </p:spPr>
      </p:pic>
      <p:pic>
        <p:nvPicPr>
          <p:cNvPr id="566" name="Google Shape;566;p64"/>
          <p:cNvPicPr preferRelativeResize="0"/>
          <p:nvPr/>
        </p:nvPicPr>
        <p:blipFill>
          <a:blip r:embed="rId2">
            <a:alphaModFix/>
          </a:blip>
          <a:stretch>
            <a:fillRect/>
          </a:stretch>
        </p:blipFill>
        <p:spPr>
          <a:xfrm flipH="1" rot="10800000">
            <a:off x="-984228" y="3055367"/>
            <a:ext cx="2300675" cy="207590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67" name="Shape 567"/>
        <p:cNvGrpSpPr/>
        <p:nvPr/>
      </p:nvGrpSpPr>
      <p:grpSpPr>
        <a:xfrm>
          <a:off x="0" y="0"/>
          <a:ext cx="0" cy="0"/>
          <a:chOff x="0" y="0"/>
          <a:chExt cx="0" cy="0"/>
        </a:xfrm>
      </p:grpSpPr>
      <p:sp>
        <p:nvSpPr>
          <p:cNvPr id="568" name="Google Shape;568;p6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9" name="Google Shape;569;p6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0" name="Google Shape;570;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65" Type="http://schemas.openxmlformats.org/officeDocument/2006/relationships/theme" Target="../theme/theme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accent1"/>
            </a:gs>
            <a:gs pos="100000">
              <a:schemeClr val="accent2"/>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445025"/>
            <a:ext cx="82296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3000"/>
              <a:buFont typeface="Squada One"/>
              <a:buNone/>
              <a:defRPr sz="3000">
                <a:solidFill>
                  <a:schemeClr val="lt1"/>
                </a:solidFill>
                <a:latin typeface="Squada One"/>
                <a:ea typeface="Squada One"/>
                <a:cs typeface="Squada One"/>
                <a:sym typeface="Squada One"/>
              </a:defRPr>
            </a:lvl1pPr>
            <a:lvl2pPr lvl="1" algn="ctr">
              <a:spcBef>
                <a:spcPts val="0"/>
              </a:spcBef>
              <a:spcAft>
                <a:spcPts val="0"/>
              </a:spcAft>
              <a:buClr>
                <a:schemeClr val="lt1"/>
              </a:buClr>
              <a:buSzPts val="2800"/>
              <a:buNone/>
              <a:defRPr sz="2800">
                <a:solidFill>
                  <a:schemeClr val="lt1"/>
                </a:solidFill>
              </a:defRPr>
            </a:lvl2pPr>
            <a:lvl3pPr lvl="2" algn="ctr">
              <a:spcBef>
                <a:spcPts val="0"/>
              </a:spcBef>
              <a:spcAft>
                <a:spcPts val="0"/>
              </a:spcAft>
              <a:buClr>
                <a:schemeClr val="lt1"/>
              </a:buClr>
              <a:buSzPts val="2800"/>
              <a:buNone/>
              <a:defRPr sz="2800">
                <a:solidFill>
                  <a:schemeClr val="lt1"/>
                </a:solidFill>
              </a:defRPr>
            </a:lvl3pPr>
            <a:lvl4pPr lvl="3" algn="ctr">
              <a:spcBef>
                <a:spcPts val="0"/>
              </a:spcBef>
              <a:spcAft>
                <a:spcPts val="0"/>
              </a:spcAft>
              <a:buClr>
                <a:schemeClr val="lt1"/>
              </a:buClr>
              <a:buSzPts val="2800"/>
              <a:buNone/>
              <a:defRPr sz="2800">
                <a:solidFill>
                  <a:schemeClr val="lt1"/>
                </a:solidFill>
              </a:defRPr>
            </a:lvl4pPr>
            <a:lvl5pPr lvl="4" algn="ctr">
              <a:spcBef>
                <a:spcPts val="0"/>
              </a:spcBef>
              <a:spcAft>
                <a:spcPts val="0"/>
              </a:spcAft>
              <a:buClr>
                <a:schemeClr val="lt1"/>
              </a:buClr>
              <a:buSzPts val="2800"/>
              <a:buNone/>
              <a:defRPr sz="2800">
                <a:solidFill>
                  <a:schemeClr val="lt1"/>
                </a:solidFill>
              </a:defRPr>
            </a:lvl5pPr>
            <a:lvl6pPr lvl="5" algn="ctr">
              <a:spcBef>
                <a:spcPts val="0"/>
              </a:spcBef>
              <a:spcAft>
                <a:spcPts val="0"/>
              </a:spcAft>
              <a:buClr>
                <a:schemeClr val="lt1"/>
              </a:buClr>
              <a:buSzPts val="2800"/>
              <a:buNone/>
              <a:defRPr sz="2800">
                <a:solidFill>
                  <a:schemeClr val="lt1"/>
                </a:solidFill>
              </a:defRPr>
            </a:lvl6pPr>
            <a:lvl7pPr lvl="6" algn="ctr">
              <a:spcBef>
                <a:spcPts val="0"/>
              </a:spcBef>
              <a:spcAft>
                <a:spcPts val="0"/>
              </a:spcAft>
              <a:buClr>
                <a:schemeClr val="lt1"/>
              </a:buClr>
              <a:buSzPts val="2800"/>
              <a:buNone/>
              <a:defRPr sz="2800">
                <a:solidFill>
                  <a:schemeClr val="lt1"/>
                </a:solidFill>
              </a:defRPr>
            </a:lvl7pPr>
            <a:lvl8pPr lvl="7" algn="ctr">
              <a:spcBef>
                <a:spcPts val="0"/>
              </a:spcBef>
              <a:spcAft>
                <a:spcPts val="0"/>
              </a:spcAft>
              <a:buClr>
                <a:schemeClr val="lt1"/>
              </a:buClr>
              <a:buSzPts val="2800"/>
              <a:buNone/>
              <a:defRPr sz="2800">
                <a:solidFill>
                  <a:schemeClr val="lt1"/>
                </a:solidFill>
              </a:defRPr>
            </a:lvl8pPr>
            <a:lvl9pPr lvl="8" algn="ctr">
              <a:spcBef>
                <a:spcPts val="0"/>
              </a:spcBef>
              <a:spcAft>
                <a:spcPts val="0"/>
              </a:spcAft>
              <a:buClr>
                <a:schemeClr val="lt1"/>
              </a:buClr>
              <a:buSzPts val="2800"/>
              <a:buNone/>
              <a:defRPr sz="2800">
                <a:solidFill>
                  <a:schemeClr val="lt1"/>
                </a:solidFill>
              </a:defRPr>
            </a:lvl9pPr>
          </a:lstStyle>
          <a:p/>
        </p:txBody>
      </p:sp>
      <p:sp>
        <p:nvSpPr>
          <p:cNvPr id="7" name="Google Shape;7;p1"/>
          <p:cNvSpPr txBox="1"/>
          <p:nvPr>
            <p:ph idx="1" type="body"/>
          </p:nvPr>
        </p:nvSpPr>
        <p:spPr>
          <a:xfrm>
            <a:off x="457200" y="1152475"/>
            <a:ext cx="8229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1"/>
              </a:buClr>
              <a:buSzPts val="1800"/>
              <a:buFont typeface="Roboto Condensed Light"/>
              <a:buChar char="●"/>
              <a:defRPr sz="1800">
                <a:solidFill>
                  <a:schemeClr val="lt1"/>
                </a:solidFill>
                <a:latin typeface="Roboto Condensed Light"/>
                <a:ea typeface="Roboto Condensed Light"/>
                <a:cs typeface="Roboto Condensed Light"/>
                <a:sym typeface="Roboto Condensed Light"/>
              </a:defRPr>
            </a:lvl1pPr>
            <a:lvl2pPr indent="-317500" lvl="1" marL="9144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2pPr>
            <a:lvl3pPr indent="-317500" lvl="2" marL="13716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3pPr>
            <a:lvl4pPr indent="-317500" lvl="3" marL="18288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4pPr>
            <a:lvl5pPr indent="-317500" lvl="4" marL="22860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5pPr>
            <a:lvl6pPr indent="-317500" lvl="5" marL="27432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6pPr>
            <a:lvl7pPr indent="-317500" lvl="6" marL="32004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7pPr>
            <a:lvl8pPr indent="-317500" lvl="7" marL="36576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8pPr>
            <a:lvl9pPr indent="-317500" lvl="8" marL="4114800">
              <a:lnSpc>
                <a:spcPct val="115000"/>
              </a:lnSpc>
              <a:spcBef>
                <a:spcPts val="1600"/>
              </a:spcBef>
              <a:spcAft>
                <a:spcPts val="160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hyperlink" Target="https://www.youtube.com/watch?v=Y0dLgtF4IHM" TargetMode="External"/><Relationship Id="rId4" Type="http://schemas.openxmlformats.org/officeDocument/2006/relationships/hyperlink" Target="https://www.youtube.com/watch?v=3CdYJlfRT4M" TargetMode="External"/><Relationship Id="rId9" Type="http://schemas.openxmlformats.org/officeDocument/2006/relationships/hyperlink" Target="https://www.youtube.com/watch?v=X6WnkEh0kHU" TargetMode="External"/><Relationship Id="rId5" Type="http://schemas.openxmlformats.org/officeDocument/2006/relationships/hyperlink" Target="https://www.youtube.com/watch?v=ARCMkdLBLws&amp;pp=0gcJCfwAo7VqN5tD" TargetMode="External"/><Relationship Id="rId6" Type="http://schemas.openxmlformats.org/officeDocument/2006/relationships/hyperlink" Target="https://www.youtube.com/watch?v=vA-JiuYX--Y" TargetMode="External"/><Relationship Id="rId7" Type="http://schemas.openxmlformats.org/officeDocument/2006/relationships/hyperlink" Target="https://www.youtube.com/watch?app=desktop&amp;v=hldWNSvZf1Q" TargetMode="External"/><Relationship Id="rId8" Type="http://schemas.openxmlformats.org/officeDocument/2006/relationships/hyperlink" Target="https://www.youtube.com/watch?v=IIvfqfKkiio" TargetMode="External"/><Relationship Id="rId11" Type="http://schemas.openxmlformats.org/officeDocument/2006/relationships/hyperlink" Target="https://www.youtube.com/watch?v=BW2c-AlQkME" TargetMode="External"/><Relationship Id="rId10" Type="http://schemas.openxmlformats.org/officeDocument/2006/relationships/hyperlink" Target="https://www.youtube.com/watch?v=9H72QbYqxXU" TargetMode="External"/><Relationship Id="rId1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22.png"/><Relationship Id="rId5" Type="http://schemas.openxmlformats.org/officeDocument/2006/relationships/image" Target="../media/image11.pn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19.png"/><Relationship Id="rId5" Type="http://schemas.openxmlformats.org/officeDocument/2006/relationships/image" Target="../media/image9.png"/><Relationship Id="rId6"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9.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createanything.com" TargetMode="External"/><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7.png"/><Relationship Id="rId4" Type="http://schemas.openxmlformats.org/officeDocument/2006/relationships/image" Target="../media/image31.png"/><Relationship Id="rId5" Type="http://schemas.openxmlformats.org/officeDocument/2006/relationships/image" Target="../media/image38.png"/><Relationship Id="rId6"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6"/>
          <p:cNvSpPr txBox="1"/>
          <p:nvPr>
            <p:ph type="title"/>
          </p:nvPr>
        </p:nvSpPr>
        <p:spPr>
          <a:xfrm>
            <a:off x="2318625" y="1222750"/>
            <a:ext cx="4353000" cy="834600"/>
          </a:xfrm>
          <a:prstGeom prst="rect">
            <a:avLst/>
          </a:prstGeom>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Class View ID</a:t>
            </a:r>
            <a:endParaRPr/>
          </a:p>
        </p:txBody>
      </p:sp>
      <p:sp>
        <p:nvSpPr>
          <p:cNvPr id="576" name="Google Shape;576;p66"/>
          <p:cNvSpPr txBox="1"/>
          <p:nvPr/>
        </p:nvSpPr>
        <p:spPr>
          <a:xfrm>
            <a:off x="2825775" y="4342225"/>
            <a:ext cx="3338700" cy="4617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By: Aden, Anthony, George, Thomas</a:t>
            </a:r>
            <a:endParaRPr sz="1800">
              <a:solidFill>
                <a:schemeClr val="lt1"/>
              </a:solidFill>
              <a:latin typeface="Roboto Condensed Light"/>
              <a:ea typeface="Roboto Condensed Light"/>
              <a:cs typeface="Roboto Condensed Light"/>
              <a:sym typeface="Roboto Condensed Light"/>
            </a:endParaRPr>
          </a:p>
        </p:txBody>
      </p:sp>
      <p:pic>
        <p:nvPicPr>
          <p:cNvPr id="577" name="Google Shape;577;p66"/>
          <p:cNvPicPr preferRelativeResize="0"/>
          <p:nvPr/>
        </p:nvPicPr>
        <p:blipFill>
          <a:blip r:embed="rId3">
            <a:alphaModFix/>
          </a:blip>
          <a:stretch>
            <a:fillRect/>
          </a:stretch>
        </p:blipFill>
        <p:spPr>
          <a:xfrm>
            <a:off x="3426800" y="2287001"/>
            <a:ext cx="2290400" cy="1766150"/>
          </a:xfrm>
          <a:prstGeom prst="rect">
            <a:avLst/>
          </a:prstGeom>
          <a:noFill/>
          <a:ln cap="flat" cmpd="sng" w="19050">
            <a:solidFill>
              <a:schemeClr val="dk1"/>
            </a:solidFill>
            <a:prstDash val="solid"/>
            <a:round/>
            <a:headEnd len="sm" w="sm" type="none"/>
            <a:tailEnd len="sm" w="sm" type="none"/>
          </a:ln>
        </p:spPr>
      </p:pic>
      <p:pic>
        <p:nvPicPr>
          <p:cNvPr id="578" name="Google Shape;578;p66"/>
          <p:cNvPicPr preferRelativeResize="0"/>
          <p:nvPr/>
        </p:nvPicPr>
        <p:blipFill>
          <a:blip r:embed="rId4">
            <a:alphaModFix/>
          </a:blip>
          <a:stretch>
            <a:fillRect/>
          </a:stretch>
        </p:blipFill>
        <p:spPr>
          <a:xfrm>
            <a:off x="219100" y="2198563"/>
            <a:ext cx="1943025" cy="1943025"/>
          </a:xfrm>
          <a:prstGeom prst="rect">
            <a:avLst/>
          </a:prstGeom>
          <a:noFill/>
          <a:ln cap="flat" cmpd="sng" w="19050">
            <a:solidFill>
              <a:schemeClr val="dk1"/>
            </a:solidFill>
            <a:prstDash val="solid"/>
            <a:round/>
            <a:headEnd len="sm" w="sm" type="none"/>
            <a:tailEnd len="sm" w="sm" type="none"/>
          </a:ln>
        </p:spPr>
      </p:pic>
      <p:sp>
        <p:nvSpPr>
          <p:cNvPr id="579" name="Google Shape;579;p66"/>
          <p:cNvSpPr txBox="1"/>
          <p:nvPr/>
        </p:nvSpPr>
        <p:spPr>
          <a:xfrm>
            <a:off x="678511" y="1812542"/>
            <a:ext cx="1024200" cy="3756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lt1"/>
                </a:solidFill>
                <a:latin typeface="Roboto Condensed Light"/>
                <a:ea typeface="Roboto Condensed Light"/>
                <a:cs typeface="Roboto Condensed Light"/>
                <a:sym typeface="Roboto Condensed Light"/>
              </a:rPr>
              <a:t>Presented By:</a:t>
            </a:r>
            <a:endParaRPr sz="12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67"/>
          <p:cNvSpPr txBox="1"/>
          <p:nvPr>
            <p:ph type="ctrTitle"/>
          </p:nvPr>
        </p:nvSpPr>
        <p:spPr>
          <a:xfrm flipH="1">
            <a:off x="479700" y="518050"/>
            <a:ext cx="8184600" cy="670500"/>
          </a:xfrm>
          <a:prstGeom prst="rect">
            <a:avLst/>
          </a:prstGeom>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Identified Need and Proposal:</a:t>
            </a:r>
            <a:endParaRPr u="sng"/>
          </a:p>
        </p:txBody>
      </p:sp>
      <p:sp>
        <p:nvSpPr>
          <p:cNvPr id="585" name="Google Shape;585;p67"/>
          <p:cNvSpPr txBox="1"/>
          <p:nvPr>
            <p:ph type="ctrTitle"/>
          </p:nvPr>
        </p:nvSpPr>
        <p:spPr>
          <a:xfrm flipH="1">
            <a:off x="967350" y="1549425"/>
            <a:ext cx="7209300" cy="2389500"/>
          </a:xfrm>
          <a:prstGeom prst="rect">
            <a:avLst/>
          </a:prstGeom>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900">
                <a:latin typeface="Roboto Condensed"/>
                <a:ea typeface="Roboto Condensed"/>
                <a:cs typeface="Roboto Condensed"/>
                <a:sym typeface="Roboto Condensed"/>
              </a:rPr>
              <a:t>The Problem we had</a:t>
            </a:r>
            <a:r>
              <a:rPr lang="en-GB" sz="1900">
                <a:latin typeface="Roboto Condensed"/>
                <a:ea typeface="Roboto Condensed"/>
                <a:cs typeface="Roboto Condensed"/>
                <a:sym typeface="Roboto Condensed"/>
              </a:rPr>
              <a:t> identified was that schools needed a more efficient way to mark </a:t>
            </a:r>
            <a:r>
              <a:rPr lang="en-GB" sz="1900">
                <a:latin typeface="Roboto Condensed"/>
                <a:ea typeface="Roboto Condensed"/>
                <a:cs typeface="Roboto Condensed"/>
                <a:sym typeface="Roboto Condensed"/>
              </a:rPr>
              <a:t>attendance, with current role making taking time away from learning and sometimes not even being done at all, or being left till the last minute.</a:t>
            </a:r>
            <a:endParaRPr sz="1900">
              <a:latin typeface="Roboto Condensed"/>
              <a:ea typeface="Roboto Condensed"/>
              <a:cs typeface="Roboto Condensed"/>
              <a:sym typeface="Roboto Condensed"/>
            </a:endParaRPr>
          </a:p>
          <a:p>
            <a:pPr indent="0" lvl="0" marL="0" rtl="0" algn="l">
              <a:spcBef>
                <a:spcPts val="0"/>
              </a:spcBef>
              <a:spcAft>
                <a:spcPts val="0"/>
              </a:spcAft>
              <a:buNone/>
            </a:pPr>
            <a:r>
              <a:t/>
            </a:r>
            <a:endParaRPr sz="1900">
              <a:latin typeface="Roboto Condensed"/>
              <a:ea typeface="Roboto Condensed"/>
              <a:cs typeface="Roboto Condensed"/>
              <a:sym typeface="Roboto Condensed"/>
            </a:endParaRPr>
          </a:p>
          <a:p>
            <a:pPr indent="0" lvl="0" marL="0" rtl="0" algn="l">
              <a:spcBef>
                <a:spcPts val="0"/>
              </a:spcBef>
              <a:spcAft>
                <a:spcPts val="0"/>
              </a:spcAft>
              <a:buNone/>
            </a:pPr>
            <a:r>
              <a:rPr lang="en-GB" sz="1900">
                <a:latin typeface="Roboto Condensed"/>
                <a:ea typeface="Roboto Condensed"/>
                <a:cs typeface="Roboto Condensed"/>
                <a:sym typeface="Roboto Condensed"/>
              </a:rPr>
              <a:t>Our solution to this problem is a door handle/knob that tracks attendance based on biometrics.</a:t>
            </a:r>
            <a:endParaRPr sz="1900">
              <a:latin typeface="Roboto Condensed"/>
              <a:ea typeface="Roboto Condensed"/>
              <a:cs typeface="Roboto Condensed"/>
              <a:sym typeface="Roboto Condensed"/>
            </a:endParaRPr>
          </a:p>
        </p:txBody>
      </p:sp>
      <p:pic>
        <p:nvPicPr>
          <p:cNvPr id="586" name="Google Shape;586;p67"/>
          <p:cNvPicPr preferRelativeResize="0"/>
          <p:nvPr/>
        </p:nvPicPr>
        <p:blipFill>
          <a:blip r:embed="rId3">
            <a:alphaModFix/>
          </a:blip>
          <a:stretch>
            <a:fillRect/>
          </a:stretch>
        </p:blipFill>
        <p:spPr>
          <a:xfrm>
            <a:off x="3382600" y="4144000"/>
            <a:ext cx="2378800" cy="796475"/>
          </a:xfrm>
          <a:prstGeom prst="rect">
            <a:avLst/>
          </a:prstGeom>
          <a:noFill/>
          <a:ln cap="flat" cmpd="sng" w="19050">
            <a:solidFill>
              <a:schemeClr val="dk1"/>
            </a:solidFill>
            <a:prstDash val="solid"/>
            <a:round/>
            <a:headEnd len="sm" w="sm" type="none"/>
            <a:tailEnd len="sm" w="sm" type="none"/>
          </a:ln>
        </p:spPr>
      </p:pic>
      <p:sp>
        <p:nvSpPr>
          <p:cNvPr id="587" name="Google Shape;587;p67"/>
          <p:cNvSpPr txBox="1"/>
          <p:nvPr/>
        </p:nvSpPr>
        <p:spPr>
          <a:xfrm>
            <a:off x="8152350" y="49775"/>
            <a:ext cx="1393800" cy="2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Thomas</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8"/>
          <p:cNvSpPr txBox="1"/>
          <p:nvPr>
            <p:ph type="ctrTitle"/>
          </p:nvPr>
        </p:nvSpPr>
        <p:spPr>
          <a:xfrm flipH="1">
            <a:off x="479700" y="445025"/>
            <a:ext cx="8184600" cy="670500"/>
          </a:xfrm>
          <a:prstGeom prst="rect">
            <a:avLst/>
          </a:prstGeom>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800" u="sng"/>
              <a:t>Inspiration:</a:t>
            </a:r>
            <a:endParaRPr sz="3800" u="sng"/>
          </a:p>
        </p:txBody>
      </p:sp>
      <p:sp>
        <p:nvSpPr>
          <p:cNvPr id="593" name="Google Shape;593;p68"/>
          <p:cNvSpPr txBox="1"/>
          <p:nvPr>
            <p:ph type="ctrTitle"/>
          </p:nvPr>
        </p:nvSpPr>
        <p:spPr>
          <a:xfrm flipH="1">
            <a:off x="1085100" y="1622450"/>
            <a:ext cx="6973800" cy="3043200"/>
          </a:xfrm>
          <a:prstGeom prst="rect">
            <a:avLst/>
          </a:prstGeom>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i="1" lang="en-GB" sz="2200" u="sng">
                <a:solidFill>
                  <a:schemeClr val="dk1"/>
                </a:solidFill>
                <a:latin typeface="Roboto Condensed"/>
                <a:ea typeface="Roboto Condensed"/>
                <a:cs typeface="Roboto Condensed"/>
                <a:sym typeface="Roboto Condensed"/>
              </a:rPr>
              <a:t>What </a:t>
            </a:r>
            <a:r>
              <a:rPr b="1" i="1" lang="en-GB" sz="2200" u="sng">
                <a:solidFill>
                  <a:schemeClr val="dk1"/>
                </a:solidFill>
                <a:latin typeface="Roboto Condensed"/>
                <a:ea typeface="Roboto Condensed"/>
                <a:cs typeface="Roboto Condensed"/>
                <a:sym typeface="Roboto Condensed"/>
              </a:rPr>
              <a:t>inspired</a:t>
            </a:r>
            <a:r>
              <a:rPr b="1" i="1" lang="en-GB" sz="2200" u="sng">
                <a:solidFill>
                  <a:schemeClr val="dk1"/>
                </a:solidFill>
                <a:latin typeface="Roboto Condensed"/>
                <a:ea typeface="Roboto Condensed"/>
                <a:cs typeface="Roboto Condensed"/>
                <a:sym typeface="Roboto Condensed"/>
              </a:rPr>
              <a:t> us to make this?:</a:t>
            </a:r>
            <a:endParaRPr b="1" i="1" sz="2200" u="sng">
              <a:solidFill>
                <a:schemeClr val="dk1"/>
              </a:solidFill>
              <a:latin typeface="Roboto Condensed"/>
              <a:ea typeface="Roboto Condensed"/>
              <a:cs typeface="Roboto Condensed"/>
              <a:sym typeface="Roboto Condensed"/>
            </a:endParaRPr>
          </a:p>
          <a:p>
            <a:pPr indent="-368300" lvl="0" marL="457200" rtl="0" algn="l">
              <a:spcBef>
                <a:spcPts val="0"/>
              </a:spcBef>
              <a:spcAft>
                <a:spcPts val="0"/>
              </a:spcAft>
              <a:buSzPts val="2200"/>
              <a:buFont typeface="Roboto Condensed"/>
              <a:buChar char="●"/>
            </a:pPr>
            <a:r>
              <a:rPr lang="en-GB" sz="2200">
                <a:latin typeface="Roboto Condensed"/>
                <a:ea typeface="Roboto Condensed"/>
                <a:cs typeface="Roboto Condensed"/>
                <a:sym typeface="Roboto Condensed"/>
              </a:rPr>
              <a:t>Iphone biometric </a:t>
            </a:r>
            <a:r>
              <a:rPr lang="en-GB" sz="2200">
                <a:latin typeface="Roboto Condensed"/>
                <a:ea typeface="Roboto Condensed"/>
                <a:cs typeface="Roboto Condensed"/>
                <a:sym typeface="Roboto Condensed"/>
              </a:rPr>
              <a:t>systems</a:t>
            </a:r>
            <a:endParaRPr sz="2200">
              <a:latin typeface="Roboto Condensed"/>
              <a:ea typeface="Roboto Condensed"/>
              <a:cs typeface="Roboto Condensed"/>
              <a:sym typeface="Roboto Condensed"/>
            </a:endParaRPr>
          </a:p>
          <a:p>
            <a:pPr indent="-368300" lvl="0" marL="457200" rtl="0" algn="l">
              <a:spcBef>
                <a:spcPts val="0"/>
              </a:spcBef>
              <a:spcAft>
                <a:spcPts val="0"/>
              </a:spcAft>
              <a:buSzPts val="2200"/>
              <a:buFont typeface="Roboto Condensed"/>
              <a:buChar char="●"/>
            </a:pPr>
            <a:r>
              <a:rPr lang="en-GB" sz="2200">
                <a:latin typeface="Roboto Condensed"/>
                <a:ea typeface="Roboto Condensed"/>
                <a:cs typeface="Roboto Condensed"/>
                <a:sym typeface="Roboto Condensed"/>
              </a:rPr>
              <a:t>Teachers marking the role late or not marking it at all</a:t>
            </a:r>
            <a:endParaRPr sz="2200">
              <a:latin typeface="Roboto Condensed"/>
              <a:ea typeface="Roboto Condensed"/>
              <a:cs typeface="Roboto Condensed"/>
              <a:sym typeface="Roboto Condensed"/>
            </a:endParaRPr>
          </a:p>
          <a:p>
            <a:pPr indent="0" lvl="0" marL="457200" rtl="0" algn="l">
              <a:spcBef>
                <a:spcPts val="0"/>
              </a:spcBef>
              <a:spcAft>
                <a:spcPts val="0"/>
              </a:spcAft>
              <a:buNone/>
            </a:pPr>
            <a:r>
              <a:t/>
            </a:r>
            <a:endParaRPr sz="2200">
              <a:latin typeface="Roboto Condensed"/>
              <a:ea typeface="Roboto Condensed"/>
              <a:cs typeface="Roboto Condensed"/>
              <a:sym typeface="Roboto Condensed"/>
            </a:endParaRPr>
          </a:p>
          <a:p>
            <a:pPr indent="0" lvl="0" marL="0" rtl="0" algn="l">
              <a:spcBef>
                <a:spcPts val="0"/>
              </a:spcBef>
              <a:spcAft>
                <a:spcPts val="0"/>
              </a:spcAft>
              <a:buNone/>
            </a:pPr>
            <a:r>
              <a:rPr b="1" i="1" lang="en-GB" sz="2200" u="sng">
                <a:solidFill>
                  <a:srgbClr val="000000"/>
                </a:solidFill>
                <a:latin typeface="Roboto Condensed"/>
                <a:ea typeface="Roboto Condensed"/>
                <a:cs typeface="Roboto Condensed"/>
                <a:sym typeface="Roboto Condensed"/>
              </a:rPr>
              <a:t>Our Goal?:</a:t>
            </a:r>
            <a:endParaRPr b="1" i="1" sz="2200" u="sng">
              <a:solidFill>
                <a:srgbClr val="000000"/>
              </a:solidFill>
              <a:latin typeface="Roboto Condensed"/>
              <a:ea typeface="Roboto Condensed"/>
              <a:cs typeface="Roboto Condensed"/>
              <a:sym typeface="Roboto Condensed"/>
            </a:endParaRPr>
          </a:p>
          <a:p>
            <a:pPr indent="0" lvl="0" marL="0" rtl="0" algn="l">
              <a:spcBef>
                <a:spcPts val="0"/>
              </a:spcBef>
              <a:spcAft>
                <a:spcPts val="0"/>
              </a:spcAft>
              <a:buNone/>
            </a:pPr>
            <a:r>
              <a:rPr lang="en-GB" sz="2200">
                <a:latin typeface="Roboto Condensed"/>
                <a:ea typeface="Roboto Condensed"/>
                <a:cs typeface="Roboto Condensed"/>
                <a:sym typeface="Roboto Condensed"/>
              </a:rPr>
              <a:t>We want to make it really simple                                               for the school to get accurate                                          and fast attendance results.</a:t>
            </a:r>
            <a:endParaRPr sz="2200">
              <a:latin typeface="Roboto Condensed"/>
              <a:ea typeface="Roboto Condensed"/>
              <a:cs typeface="Roboto Condensed"/>
              <a:sym typeface="Roboto Condensed"/>
            </a:endParaRPr>
          </a:p>
        </p:txBody>
      </p:sp>
      <p:pic>
        <p:nvPicPr>
          <p:cNvPr id="594" name="Google Shape;594;p68"/>
          <p:cNvPicPr preferRelativeResize="0"/>
          <p:nvPr/>
        </p:nvPicPr>
        <p:blipFill>
          <a:blip r:embed="rId3">
            <a:alphaModFix/>
          </a:blip>
          <a:stretch>
            <a:fillRect/>
          </a:stretch>
        </p:blipFill>
        <p:spPr>
          <a:xfrm>
            <a:off x="4976575" y="3079825"/>
            <a:ext cx="2702150" cy="1366676"/>
          </a:xfrm>
          <a:prstGeom prst="rect">
            <a:avLst/>
          </a:prstGeom>
          <a:noFill/>
          <a:ln cap="flat" cmpd="sng" w="19050">
            <a:solidFill>
              <a:schemeClr val="dk1"/>
            </a:solidFill>
            <a:prstDash val="solid"/>
            <a:round/>
            <a:headEnd len="sm" w="sm" type="none"/>
            <a:tailEnd len="sm" w="sm" type="none"/>
          </a:ln>
        </p:spPr>
      </p:pic>
      <p:sp>
        <p:nvSpPr>
          <p:cNvPr id="595" name="Google Shape;595;p68"/>
          <p:cNvSpPr txBox="1"/>
          <p:nvPr/>
        </p:nvSpPr>
        <p:spPr>
          <a:xfrm>
            <a:off x="8196625" y="0"/>
            <a:ext cx="18693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Thomas</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9"/>
          <p:cNvSpPr txBox="1"/>
          <p:nvPr>
            <p:ph type="ctrTitle"/>
          </p:nvPr>
        </p:nvSpPr>
        <p:spPr>
          <a:xfrm flipH="1">
            <a:off x="502200" y="445025"/>
            <a:ext cx="8184600" cy="670500"/>
          </a:xfrm>
          <a:prstGeom prst="rect">
            <a:avLst/>
          </a:prstGeom>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3800" u="sng"/>
              <a:t>Questions We Had:</a:t>
            </a:r>
            <a:endParaRPr sz="3800" u="sng"/>
          </a:p>
        </p:txBody>
      </p:sp>
      <p:sp>
        <p:nvSpPr>
          <p:cNvPr id="601" name="Google Shape;601;p69"/>
          <p:cNvSpPr txBox="1"/>
          <p:nvPr>
            <p:ph idx="1" type="subTitle"/>
          </p:nvPr>
        </p:nvSpPr>
        <p:spPr>
          <a:xfrm>
            <a:off x="1255350" y="1454625"/>
            <a:ext cx="6633300" cy="3243900"/>
          </a:xfrm>
          <a:prstGeom prst="rect">
            <a:avLst/>
          </a:prstGeom>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1200"/>
              </a:spcBef>
              <a:spcAft>
                <a:spcPts val="0"/>
              </a:spcAft>
              <a:buClr>
                <a:schemeClr val="dk1"/>
              </a:buClr>
              <a:buSzPts val="1100"/>
              <a:buFont typeface="Arial"/>
              <a:buNone/>
            </a:pPr>
            <a:r>
              <a:rPr b="1" lang="en-GB" u="sng">
                <a:solidFill>
                  <a:schemeClr val="dk1"/>
                </a:solidFill>
                <a:latin typeface="Roboto Condensed"/>
                <a:ea typeface="Roboto Condensed"/>
                <a:cs typeface="Roboto Condensed"/>
                <a:sym typeface="Roboto Condensed"/>
              </a:rPr>
              <a:t>What are biometric systems?</a:t>
            </a:r>
            <a:endParaRPr b="1" u="sng">
              <a:solidFill>
                <a:schemeClr val="dk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Clr>
                <a:schemeClr val="dk1"/>
              </a:buClr>
              <a:buSzPts val="1100"/>
              <a:buFont typeface="Arial"/>
              <a:buNone/>
            </a:pPr>
            <a:r>
              <a:rPr lang="en-GB">
                <a:latin typeface="Roboto Condensed"/>
                <a:ea typeface="Roboto Condensed"/>
                <a:cs typeface="Roboto Condensed"/>
                <a:sym typeface="Roboto Condensed"/>
              </a:rPr>
              <a:t>Definition: Biometric systems use physical traits (e.g., fingerprints, face, hand geometry) to identify people.</a:t>
            </a:r>
            <a:endParaRPr>
              <a:latin typeface="Roboto Condensed"/>
              <a:ea typeface="Roboto Condensed"/>
              <a:cs typeface="Roboto Condensed"/>
              <a:sym typeface="Roboto Condensed"/>
            </a:endParaRPr>
          </a:p>
          <a:p>
            <a:pPr indent="0" lvl="0" marL="0" rtl="0" algn="l">
              <a:lnSpc>
                <a:spcPct val="150000"/>
              </a:lnSpc>
              <a:spcBef>
                <a:spcPts val="1200"/>
              </a:spcBef>
              <a:spcAft>
                <a:spcPts val="0"/>
              </a:spcAft>
              <a:buClr>
                <a:schemeClr val="dk1"/>
              </a:buClr>
              <a:buSzPts val="1100"/>
              <a:buFont typeface="Arial"/>
              <a:buNone/>
            </a:pPr>
            <a:r>
              <a:rPr b="1" lang="en-GB" u="sng">
                <a:solidFill>
                  <a:schemeClr val="dk1"/>
                </a:solidFill>
                <a:latin typeface="Roboto Condensed"/>
                <a:ea typeface="Roboto Condensed"/>
                <a:cs typeface="Roboto Condensed"/>
                <a:sym typeface="Roboto Condensed"/>
              </a:rPr>
              <a:t>What is facial recognition?</a:t>
            </a:r>
            <a:endParaRPr b="1" u="sng">
              <a:solidFill>
                <a:schemeClr val="dk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Clr>
                <a:schemeClr val="dk1"/>
              </a:buClr>
              <a:buSzPts val="1100"/>
              <a:buFont typeface="Arial"/>
              <a:buNone/>
            </a:pPr>
            <a:r>
              <a:rPr lang="en-GB">
                <a:latin typeface="Roboto Condensed"/>
                <a:ea typeface="Roboto Condensed"/>
                <a:cs typeface="Roboto Condensed"/>
                <a:sym typeface="Roboto Condensed"/>
              </a:rPr>
              <a:t>Definition: Computer vision technology that scans and matches facial features using machine learning algorithms.</a:t>
            </a:r>
            <a:endParaRPr>
              <a:latin typeface="Roboto Condensed"/>
              <a:ea typeface="Roboto Condensed"/>
              <a:cs typeface="Roboto Condensed"/>
              <a:sym typeface="Roboto Condensed"/>
            </a:endParaRPr>
          </a:p>
          <a:p>
            <a:pPr indent="0" lvl="0" marL="0" rtl="0" algn="l">
              <a:lnSpc>
                <a:spcPct val="150000"/>
              </a:lnSpc>
              <a:spcBef>
                <a:spcPts val="1200"/>
              </a:spcBef>
              <a:spcAft>
                <a:spcPts val="0"/>
              </a:spcAft>
              <a:buClr>
                <a:schemeClr val="dk1"/>
              </a:buClr>
              <a:buSzPts val="1100"/>
              <a:buFont typeface="Arial"/>
              <a:buNone/>
            </a:pPr>
            <a:r>
              <a:rPr b="1" lang="en-GB" u="sng">
                <a:solidFill>
                  <a:schemeClr val="dk1"/>
                </a:solidFill>
                <a:latin typeface="Roboto Condensed"/>
                <a:ea typeface="Roboto Condensed"/>
                <a:cs typeface="Roboto Condensed"/>
                <a:sym typeface="Roboto Condensed"/>
              </a:rPr>
              <a:t>Functional and Non-functional requirements</a:t>
            </a:r>
            <a:r>
              <a:rPr lang="en-GB" u="sng">
                <a:solidFill>
                  <a:schemeClr val="dk1"/>
                </a:solidFill>
                <a:latin typeface="Roboto Condensed"/>
                <a:ea typeface="Roboto Condensed"/>
                <a:cs typeface="Roboto Condensed"/>
                <a:sym typeface="Roboto Condensed"/>
              </a:rPr>
              <a:t>:</a:t>
            </a:r>
            <a:endParaRPr u="sng">
              <a:solidFill>
                <a:schemeClr val="dk1"/>
              </a:solidFill>
              <a:latin typeface="Roboto Condensed"/>
              <a:ea typeface="Roboto Condensed"/>
              <a:cs typeface="Roboto Condensed"/>
              <a:sym typeface="Roboto Condensed"/>
            </a:endParaRPr>
          </a:p>
          <a:p>
            <a:pPr indent="-304800" lvl="0" marL="457200" rtl="0" algn="l">
              <a:lnSpc>
                <a:spcPct val="150000"/>
              </a:lnSpc>
              <a:spcBef>
                <a:spcPts val="1200"/>
              </a:spcBef>
              <a:spcAft>
                <a:spcPts val="0"/>
              </a:spcAft>
              <a:buClr>
                <a:schemeClr val="lt1"/>
              </a:buClr>
              <a:buSzPts val="1200"/>
              <a:buFont typeface="Roboto Condensed"/>
              <a:buChar char="-"/>
            </a:pPr>
            <a:r>
              <a:rPr i="1" lang="en-GB">
                <a:latin typeface="Roboto Condensed"/>
                <a:ea typeface="Roboto Condensed"/>
                <a:cs typeface="Roboto Condensed"/>
                <a:sym typeface="Roboto Condensed"/>
              </a:rPr>
              <a:t>Functional</a:t>
            </a:r>
            <a:r>
              <a:rPr lang="en-GB">
                <a:latin typeface="Roboto Condensed"/>
                <a:ea typeface="Roboto Condensed"/>
                <a:cs typeface="Roboto Condensed"/>
                <a:sym typeface="Roboto Condensed"/>
              </a:rPr>
              <a:t> – What the system must do (e.g., mark attendance).</a:t>
            </a:r>
            <a:endParaRPr>
              <a:latin typeface="Roboto Condensed"/>
              <a:ea typeface="Roboto Condensed"/>
              <a:cs typeface="Roboto Condensed"/>
              <a:sym typeface="Roboto Condensed"/>
            </a:endParaRPr>
          </a:p>
          <a:p>
            <a:pPr indent="-304800" lvl="0" marL="457200" rtl="0" algn="l">
              <a:lnSpc>
                <a:spcPct val="150000"/>
              </a:lnSpc>
              <a:spcBef>
                <a:spcPts val="0"/>
              </a:spcBef>
              <a:spcAft>
                <a:spcPts val="0"/>
              </a:spcAft>
              <a:buClr>
                <a:schemeClr val="lt1"/>
              </a:buClr>
              <a:buSzPts val="1200"/>
              <a:buFont typeface="Roboto Condensed"/>
              <a:buChar char="-"/>
            </a:pPr>
            <a:r>
              <a:rPr i="1" lang="en-GB">
                <a:latin typeface="Roboto Condensed"/>
                <a:ea typeface="Roboto Condensed"/>
                <a:cs typeface="Roboto Condensed"/>
                <a:sym typeface="Roboto Condensed"/>
              </a:rPr>
              <a:t>Non-functional</a:t>
            </a:r>
            <a:r>
              <a:rPr lang="en-GB">
                <a:latin typeface="Roboto Condensed"/>
                <a:ea typeface="Roboto Condensed"/>
                <a:cs typeface="Roboto Condensed"/>
                <a:sym typeface="Roboto Condensed"/>
              </a:rPr>
              <a:t> – How well it performs (e.g., fast, secure, reliable).</a:t>
            </a:r>
            <a:endParaRPr/>
          </a:p>
        </p:txBody>
      </p:sp>
      <p:pic>
        <p:nvPicPr>
          <p:cNvPr id="602" name="Google Shape;602;p69"/>
          <p:cNvPicPr preferRelativeResize="0"/>
          <p:nvPr/>
        </p:nvPicPr>
        <p:blipFill>
          <a:blip r:embed="rId3">
            <a:alphaModFix/>
          </a:blip>
          <a:stretch>
            <a:fillRect/>
          </a:stretch>
        </p:blipFill>
        <p:spPr>
          <a:xfrm>
            <a:off x="5984625" y="3360474"/>
            <a:ext cx="1833948" cy="945624"/>
          </a:xfrm>
          <a:prstGeom prst="rect">
            <a:avLst/>
          </a:prstGeom>
          <a:noFill/>
          <a:ln>
            <a:noFill/>
          </a:ln>
        </p:spPr>
      </p:pic>
      <p:sp>
        <p:nvSpPr>
          <p:cNvPr id="603" name="Google Shape;603;p69"/>
          <p:cNvSpPr txBox="1"/>
          <p:nvPr/>
        </p:nvSpPr>
        <p:spPr>
          <a:xfrm>
            <a:off x="8165175" y="0"/>
            <a:ext cx="16371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Thomas</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70"/>
          <p:cNvSpPr txBox="1"/>
          <p:nvPr>
            <p:ph type="ctrTitle"/>
          </p:nvPr>
        </p:nvSpPr>
        <p:spPr>
          <a:xfrm flipH="1">
            <a:off x="2111700" y="424150"/>
            <a:ext cx="4920600" cy="670500"/>
          </a:xfrm>
          <a:prstGeom prst="rect">
            <a:avLst/>
          </a:prstGeom>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lang="en-GB" u="sng"/>
              <a:t>Wire Frame from Gloo Maps:</a:t>
            </a:r>
            <a:endParaRPr u="sng"/>
          </a:p>
        </p:txBody>
      </p:sp>
      <p:pic>
        <p:nvPicPr>
          <p:cNvPr id="609" name="Google Shape;609;p70" title="Screenshot 2025-09-11 10.47.01 AM.png"/>
          <p:cNvPicPr preferRelativeResize="0"/>
          <p:nvPr/>
        </p:nvPicPr>
        <p:blipFill rotWithShape="1">
          <a:blip r:embed="rId3">
            <a:alphaModFix/>
          </a:blip>
          <a:srcRect b="0" l="0" r="8155" t="0"/>
          <a:stretch/>
        </p:blipFill>
        <p:spPr>
          <a:xfrm>
            <a:off x="2413035" y="1470125"/>
            <a:ext cx="6037775" cy="3234900"/>
          </a:xfrm>
          <a:prstGeom prst="rect">
            <a:avLst/>
          </a:prstGeom>
          <a:noFill/>
          <a:ln>
            <a:noFill/>
          </a:ln>
        </p:spPr>
      </p:pic>
      <p:pic>
        <p:nvPicPr>
          <p:cNvPr id="610" name="Google Shape;610;p70" title="Screenshot 2025-09-11 10.46.56 AM.png"/>
          <p:cNvPicPr preferRelativeResize="0"/>
          <p:nvPr/>
        </p:nvPicPr>
        <p:blipFill rotWithShape="1">
          <a:blip r:embed="rId4">
            <a:alphaModFix/>
          </a:blip>
          <a:srcRect b="0" l="-1009" r="7542" t="0"/>
          <a:stretch/>
        </p:blipFill>
        <p:spPr>
          <a:xfrm>
            <a:off x="496819" y="1470125"/>
            <a:ext cx="5841100" cy="3234900"/>
          </a:xfrm>
          <a:prstGeom prst="rect">
            <a:avLst/>
          </a:prstGeom>
          <a:noFill/>
          <a:ln>
            <a:noFill/>
          </a:ln>
        </p:spPr>
      </p:pic>
      <p:sp>
        <p:nvSpPr>
          <p:cNvPr id="611" name="Google Shape;611;p70"/>
          <p:cNvSpPr txBox="1"/>
          <p:nvPr/>
        </p:nvSpPr>
        <p:spPr>
          <a:xfrm>
            <a:off x="542525" y="1470125"/>
            <a:ext cx="7908300" cy="32349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Roboto Condensed Light"/>
              <a:ea typeface="Roboto Condensed Light"/>
              <a:cs typeface="Roboto Condensed Light"/>
              <a:sym typeface="Roboto Condensed Light"/>
            </a:endParaRPr>
          </a:p>
        </p:txBody>
      </p:sp>
      <p:sp>
        <p:nvSpPr>
          <p:cNvPr id="612" name="Google Shape;612;p70"/>
          <p:cNvSpPr txBox="1"/>
          <p:nvPr/>
        </p:nvSpPr>
        <p:spPr>
          <a:xfrm>
            <a:off x="7842675" y="82975"/>
            <a:ext cx="1769700" cy="4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Thomas</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1"/>
          <p:cNvSpPr txBox="1"/>
          <p:nvPr>
            <p:ph type="ctrTitle"/>
          </p:nvPr>
        </p:nvSpPr>
        <p:spPr>
          <a:xfrm flipH="1">
            <a:off x="2018700" y="559800"/>
            <a:ext cx="5106600" cy="670500"/>
          </a:xfrm>
          <a:prstGeom prst="rect">
            <a:avLst/>
          </a:prstGeom>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Functional Requirements:</a:t>
            </a:r>
            <a:endParaRPr u="sng"/>
          </a:p>
        </p:txBody>
      </p:sp>
      <p:sp>
        <p:nvSpPr>
          <p:cNvPr id="618" name="Google Shape;618;p71"/>
          <p:cNvSpPr txBox="1"/>
          <p:nvPr>
            <p:ph idx="1" type="subTitle"/>
          </p:nvPr>
        </p:nvSpPr>
        <p:spPr>
          <a:xfrm>
            <a:off x="1255350" y="1778050"/>
            <a:ext cx="6633300" cy="2599800"/>
          </a:xfrm>
          <a:prstGeom prst="rect">
            <a:avLst/>
          </a:prstGeom>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i="1" lang="en-GB" sz="1600">
                <a:solidFill>
                  <a:schemeClr val="dk1"/>
                </a:solidFill>
                <a:latin typeface="Roboto Condensed"/>
                <a:ea typeface="Roboto Condensed"/>
                <a:cs typeface="Roboto Condensed"/>
                <a:sym typeface="Roboto Condensed"/>
              </a:rPr>
              <a:t>FR01 -</a:t>
            </a:r>
            <a:r>
              <a:rPr b="1" i="1" lang="en-GB" sz="1600">
                <a:latin typeface="Roboto Condensed"/>
                <a:ea typeface="Roboto Condensed"/>
                <a:cs typeface="Roboto Condensed"/>
                <a:sym typeface="Roboto Condensed"/>
              </a:rPr>
              <a:t> </a:t>
            </a:r>
            <a:r>
              <a:rPr lang="en-GB" sz="1600">
                <a:latin typeface="Roboto Condensed"/>
                <a:ea typeface="Roboto Condensed"/>
                <a:cs typeface="Roboto Condensed"/>
                <a:sym typeface="Roboto Condensed"/>
              </a:rPr>
              <a:t>Logging user attendance: Capture a picture of the students face, that is stored in some type of encrypted system, with the image information relating to student data.</a:t>
            </a:r>
            <a:endParaRPr sz="1600">
              <a:latin typeface="Roboto Condensed"/>
              <a:ea typeface="Roboto Condensed"/>
              <a:cs typeface="Roboto Condensed"/>
              <a:sym typeface="Roboto Condensed"/>
            </a:endParaRPr>
          </a:p>
          <a:p>
            <a:pPr indent="0" lvl="0" marL="0" rtl="0" algn="l">
              <a:spcBef>
                <a:spcPts val="0"/>
              </a:spcBef>
              <a:spcAft>
                <a:spcPts val="0"/>
              </a:spcAft>
              <a:buNone/>
            </a:pPr>
            <a:r>
              <a:t/>
            </a:r>
            <a:endParaRPr sz="1600">
              <a:latin typeface="Roboto Condensed"/>
              <a:ea typeface="Roboto Condensed"/>
              <a:cs typeface="Roboto Condensed"/>
              <a:sym typeface="Roboto Condensed"/>
            </a:endParaRPr>
          </a:p>
          <a:p>
            <a:pPr indent="0" lvl="0" marL="0" rtl="0" algn="l">
              <a:spcBef>
                <a:spcPts val="0"/>
              </a:spcBef>
              <a:spcAft>
                <a:spcPts val="0"/>
              </a:spcAft>
              <a:buNone/>
            </a:pPr>
            <a:r>
              <a:rPr b="1" i="1" lang="en-GB" sz="1600">
                <a:solidFill>
                  <a:schemeClr val="dk1"/>
                </a:solidFill>
                <a:latin typeface="Roboto Condensed"/>
                <a:ea typeface="Roboto Condensed"/>
                <a:cs typeface="Roboto Condensed"/>
                <a:sym typeface="Roboto Condensed"/>
              </a:rPr>
              <a:t>FR02 - </a:t>
            </a:r>
            <a:r>
              <a:rPr lang="en-GB" sz="1600">
                <a:latin typeface="Roboto Condensed"/>
                <a:ea typeface="Roboto Condensed"/>
                <a:cs typeface="Roboto Condensed"/>
                <a:sym typeface="Roboto Condensed"/>
              </a:rPr>
              <a:t>Automatic Attendance Marking: Automatically mark the attendance when the system scans the users face.</a:t>
            </a:r>
            <a:endParaRPr sz="1600">
              <a:latin typeface="Roboto Condensed"/>
              <a:ea typeface="Roboto Condensed"/>
              <a:cs typeface="Roboto Condensed"/>
              <a:sym typeface="Roboto Condensed"/>
            </a:endParaRPr>
          </a:p>
          <a:p>
            <a:pPr indent="0" lvl="0" marL="0" rtl="0" algn="l">
              <a:spcBef>
                <a:spcPts val="0"/>
              </a:spcBef>
              <a:spcAft>
                <a:spcPts val="0"/>
              </a:spcAft>
              <a:buNone/>
            </a:pPr>
            <a:r>
              <a:t/>
            </a:r>
            <a:endParaRPr sz="1600">
              <a:latin typeface="Roboto Condensed"/>
              <a:ea typeface="Roboto Condensed"/>
              <a:cs typeface="Roboto Condensed"/>
              <a:sym typeface="Roboto Condensed"/>
            </a:endParaRPr>
          </a:p>
          <a:p>
            <a:pPr indent="0" lvl="0" marL="0" rtl="0" algn="l">
              <a:spcBef>
                <a:spcPts val="0"/>
              </a:spcBef>
              <a:spcAft>
                <a:spcPts val="0"/>
              </a:spcAft>
              <a:buClr>
                <a:schemeClr val="dk1"/>
              </a:buClr>
              <a:buSzPts val="1100"/>
              <a:buFont typeface="Arial"/>
              <a:buNone/>
            </a:pPr>
            <a:r>
              <a:rPr b="1" i="1" lang="en-GB" sz="1600">
                <a:solidFill>
                  <a:schemeClr val="dk1"/>
                </a:solidFill>
                <a:latin typeface="Roboto Condensed"/>
                <a:ea typeface="Roboto Condensed"/>
                <a:cs typeface="Roboto Condensed"/>
                <a:sym typeface="Roboto Condensed"/>
              </a:rPr>
              <a:t>FR03 -</a:t>
            </a:r>
            <a:r>
              <a:rPr lang="en-GB" sz="1600">
                <a:solidFill>
                  <a:schemeClr val="dk1"/>
                </a:solidFill>
              </a:rPr>
              <a:t> </a:t>
            </a:r>
            <a:r>
              <a:rPr lang="en-GB" sz="1600">
                <a:latin typeface="Roboto Condensed"/>
                <a:ea typeface="Roboto Condensed"/>
                <a:cs typeface="Roboto Condensed"/>
                <a:sym typeface="Roboto Condensed"/>
              </a:rPr>
              <a:t>Multi-Modal Support: The System should be able to work with either fingerprint or photo ID, depending on which is able to work or not. </a:t>
            </a:r>
            <a:endParaRPr sz="1600">
              <a:latin typeface="Roboto Condensed"/>
              <a:ea typeface="Roboto Condensed"/>
              <a:cs typeface="Roboto Condensed"/>
              <a:sym typeface="Roboto Condensed"/>
            </a:endParaRPr>
          </a:p>
          <a:p>
            <a:pPr indent="0" lvl="0" marL="0" rtl="0" algn="ctr">
              <a:lnSpc>
                <a:spcPct val="150000"/>
              </a:lnSpc>
              <a:spcBef>
                <a:spcPts val="1200"/>
              </a:spcBef>
              <a:spcAft>
                <a:spcPts val="0"/>
              </a:spcAft>
              <a:buClr>
                <a:schemeClr val="dk1"/>
              </a:buClr>
              <a:buSzPts val="1100"/>
              <a:buFont typeface="Arial"/>
              <a:buNone/>
            </a:pPr>
            <a:r>
              <a:t/>
            </a:r>
            <a:endParaRPr b="1" sz="1600" u="sng">
              <a:solidFill>
                <a:schemeClr val="dk1"/>
              </a:solidFill>
              <a:highlight>
                <a:srgbClr val="FFFF00"/>
              </a:highlight>
              <a:latin typeface="Raleway"/>
              <a:ea typeface="Raleway"/>
              <a:cs typeface="Raleway"/>
              <a:sym typeface="Raleway"/>
            </a:endParaRPr>
          </a:p>
          <a:p>
            <a:pPr indent="0" lvl="0" marL="0" rtl="0" algn="l">
              <a:lnSpc>
                <a:spcPct val="150000"/>
              </a:lnSpc>
              <a:spcBef>
                <a:spcPts val="1200"/>
              </a:spcBef>
              <a:spcAft>
                <a:spcPts val="0"/>
              </a:spcAft>
              <a:buClr>
                <a:schemeClr val="dk1"/>
              </a:buClr>
              <a:buSzPts val="1100"/>
              <a:buFont typeface="Arial"/>
              <a:buNone/>
            </a:pPr>
            <a:r>
              <a:t/>
            </a:r>
            <a:endParaRPr sz="1600">
              <a:latin typeface="Roboto Condensed"/>
              <a:ea typeface="Roboto Condensed"/>
              <a:cs typeface="Roboto Condensed"/>
              <a:sym typeface="Roboto Condensed"/>
            </a:endParaRPr>
          </a:p>
          <a:p>
            <a:pPr indent="0" lvl="0" marL="0" rtl="0" algn="l">
              <a:lnSpc>
                <a:spcPct val="150000"/>
              </a:lnSpc>
              <a:spcBef>
                <a:spcPts val="1200"/>
              </a:spcBef>
              <a:spcAft>
                <a:spcPts val="1200"/>
              </a:spcAft>
              <a:buClr>
                <a:schemeClr val="dk1"/>
              </a:buClr>
              <a:buSzPts val="1100"/>
              <a:buFont typeface="Arial"/>
              <a:buNone/>
            </a:pPr>
            <a:r>
              <a:t/>
            </a:r>
            <a:endParaRPr sz="1600"/>
          </a:p>
        </p:txBody>
      </p:sp>
      <p:sp>
        <p:nvSpPr>
          <p:cNvPr id="619" name="Google Shape;619;p71"/>
          <p:cNvSpPr txBox="1"/>
          <p:nvPr/>
        </p:nvSpPr>
        <p:spPr>
          <a:xfrm>
            <a:off x="8090400" y="71675"/>
            <a:ext cx="1053600" cy="40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Anthony</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72"/>
          <p:cNvSpPr txBox="1"/>
          <p:nvPr>
            <p:ph type="ctrTitle"/>
          </p:nvPr>
        </p:nvSpPr>
        <p:spPr>
          <a:xfrm flipH="1">
            <a:off x="1869750" y="163350"/>
            <a:ext cx="5404500" cy="670500"/>
          </a:xfrm>
          <a:prstGeom prst="rect">
            <a:avLst/>
          </a:prstGeom>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Non-Functional Requirements:</a:t>
            </a:r>
            <a:endParaRPr u="sng"/>
          </a:p>
        </p:txBody>
      </p:sp>
      <p:sp>
        <p:nvSpPr>
          <p:cNvPr id="625" name="Google Shape;625;p72"/>
          <p:cNvSpPr txBox="1"/>
          <p:nvPr>
            <p:ph idx="1" type="subTitle"/>
          </p:nvPr>
        </p:nvSpPr>
        <p:spPr>
          <a:xfrm>
            <a:off x="166925" y="969450"/>
            <a:ext cx="4405200" cy="3936300"/>
          </a:xfrm>
          <a:prstGeom prst="rect">
            <a:avLst/>
          </a:prstGeom>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85750" lvl="0" marL="457200" rtl="0" algn="l">
              <a:lnSpc>
                <a:spcPct val="150000"/>
              </a:lnSpc>
              <a:spcBef>
                <a:spcPts val="1200"/>
              </a:spcBef>
              <a:spcAft>
                <a:spcPts val="0"/>
              </a:spcAft>
              <a:buClr>
                <a:schemeClr val="lt1"/>
              </a:buClr>
              <a:buSzPts val="900"/>
              <a:buFont typeface="Roboto Condensed"/>
              <a:buChar char="-"/>
            </a:pPr>
            <a:r>
              <a:rPr b="1" i="1" lang="en-GB" sz="900" u="sng">
                <a:solidFill>
                  <a:schemeClr val="dk1"/>
                </a:solidFill>
                <a:latin typeface="Roboto Condensed"/>
                <a:ea typeface="Roboto Condensed"/>
                <a:cs typeface="Roboto Condensed"/>
                <a:sym typeface="Roboto Condensed"/>
              </a:rPr>
              <a:t>Response time being 2 seconds or less, after scanning a face. </a:t>
            </a:r>
            <a:r>
              <a:rPr lang="en-GB" sz="900">
                <a:latin typeface="Roboto Condensed"/>
                <a:ea typeface="Roboto Condensed"/>
                <a:cs typeface="Roboto Condensed"/>
                <a:sym typeface="Roboto Condensed"/>
              </a:rPr>
              <a:t>(Why Non-functional: We chose to make this a Non-functional requirement as it is not a necessity, in order to have a working device, it just makes the process more convenient.)</a:t>
            </a:r>
            <a:endParaRPr sz="900">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t/>
            </a:r>
            <a:endParaRPr sz="900">
              <a:latin typeface="Roboto Condensed"/>
              <a:ea typeface="Roboto Condensed"/>
              <a:cs typeface="Roboto Condensed"/>
              <a:sym typeface="Roboto Condensed"/>
            </a:endParaRPr>
          </a:p>
          <a:p>
            <a:pPr indent="-285750" lvl="0" marL="457200" rtl="0" algn="l">
              <a:lnSpc>
                <a:spcPct val="150000"/>
              </a:lnSpc>
              <a:spcBef>
                <a:spcPts val="1200"/>
              </a:spcBef>
              <a:spcAft>
                <a:spcPts val="0"/>
              </a:spcAft>
              <a:buClr>
                <a:schemeClr val="lt1"/>
              </a:buClr>
              <a:buSzPts val="900"/>
              <a:buFont typeface="Roboto Condensed"/>
              <a:buChar char="-"/>
            </a:pPr>
            <a:r>
              <a:rPr b="1" i="1" lang="en-GB" sz="900" u="sng">
                <a:solidFill>
                  <a:schemeClr val="dk1"/>
                </a:solidFill>
                <a:latin typeface="Roboto Condensed"/>
                <a:ea typeface="Roboto Condensed"/>
                <a:cs typeface="Roboto Condensed"/>
                <a:sym typeface="Roboto Condensed"/>
              </a:rPr>
              <a:t>Fail Safe Mode: If either of the Scanners fail, then it would send an error notification to either the office, or to the classroom teacher so they can manually mark the roll. </a:t>
            </a:r>
            <a:r>
              <a:rPr lang="en-GB" sz="900">
                <a:latin typeface="Roboto Condensed"/>
                <a:ea typeface="Roboto Condensed"/>
                <a:cs typeface="Roboto Condensed"/>
                <a:sym typeface="Roboto Condensed"/>
              </a:rPr>
              <a:t>(Why Non-functional: We decided this was a Non-functional requirement, as it is not required to make the product, and is again another convenience option.)</a:t>
            </a:r>
            <a:endParaRPr sz="900">
              <a:latin typeface="Roboto Condensed"/>
              <a:ea typeface="Roboto Condensed"/>
              <a:cs typeface="Roboto Condensed"/>
              <a:sym typeface="Roboto Condensed"/>
            </a:endParaRPr>
          </a:p>
          <a:p>
            <a:pPr indent="0" lvl="0" marL="457200" rtl="0" algn="l">
              <a:lnSpc>
                <a:spcPct val="150000"/>
              </a:lnSpc>
              <a:spcBef>
                <a:spcPts val="1200"/>
              </a:spcBef>
              <a:spcAft>
                <a:spcPts val="0"/>
              </a:spcAft>
              <a:buNone/>
            </a:pPr>
            <a:r>
              <a:rPr lang="en-GB" sz="1000">
                <a:latin typeface="Roboto Condensed"/>
                <a:ea typeface="Roboto Condensed"/>
                <a:cs typeface="Roboto Condensed"/>
                <a:sym typeface="Roboto Condensed"/>
              </a:rPr>
              <a:t> </a:t>
            </a:r>
            <a:endParaRPr sz="1000">
              <a:latin typeface="Roboto Condensed"/>
              <a:ea typeface="Roboto Condensed"/>
              <a:cs typeface="Roboto Condensed"/>
              <a:sym typeface="Roboto Condensed"/>
            </a:endParaRPr>
          </a:p>
          <a:p>
            <a:pPr indent="-292100" lvl="0" marL="457200" rtl="0" algn="l">
              <a:lnSpc>
                <a:spcPct val="150000"/>
              </a:lnSpc>
              <a:spcBef>
                <a:spcPts val="1200"/>
              </a:spcBef>
              <a:spcAft>
                <a:spcPts val="0"/>
              </a:spcAft>
              <a:buClr>
                <a:schemeClr val="lt1"/>
              </a:buClr>
              <a:buSzPts val="1000"/>
              <a:buFont typeface="Roboto Condensed"/>
              <a:buChar char="-"/>
            </a:pPr>
            <a:r>
              <a:rPr b="1" i="1" lang="en-GB" sz="1000" u="sng">
                <a:solidFill>
                  <a:schemeClr val="dk1"/>
                </a:solidFill>
                <a:latin typeface="Roboto Condensed"/>
                <a:ea typeface="Roboto Condensed"/>
                <a:cs typeface="Roboto Condensed"/>
                <a:sym typeface="Roboto Condensed"/>
              </a:rPr>
              <a:t>Expandability: Product should be able to be easily expanded into other classrooms without becoming slow or over crowded.</a:t>
            </a:r>
            <a:r>
              <a:rPr lang="en-GB" sz="1000">
                <a:latin typeface="Roboto Condensed"/>
                <a:ea typeface="Roboto Condensed"/>
                <a:cs typeface="Roboto Condensed"/>
                <a:sym typeface="Roboto Condensed"/>
              </a:rPr>
              <a:t> (Why Non-functional: We decided to make this a Non-function requirement, because it is not needed to make a fully working device. It would be useful, but not necessary.)</a:t>
            </a:r>
            <a:endParaRPr sz="1000"/>
          </a:p>
        </p:txBody>
      </p:sp>
      <p:sp>
        <p:nvSpPr>
          <p:cNvPr id="626" name="Google Shape;626;p72"/>
          <p:cNvSpPr txBox="1"/>
          <p:nvPr/>
        </p:nvSpPr>
        <p:spPr>
          <a:xfrm>
            <a:off x="4572000" y="969450"/>
            <a:ext cx="4405200" cy="39363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304800" lvl="0" marL="457200" rtl="0" algn="l">
              <a:lnSpc>
                <a:spcPct val="150000"/>
              </a:lnSpc>
              <a:spcBef>
                <a:spcPts val="1200"/>
              </a:spcBef>
              <a:spcAft>
                <a:spcPts val="0"/>
              </a:spcAft>
              <a:buClr>
                <a:schemeClr val="lt1"/>
              </a:buClr>
              <a:buSzPts val="1200"/>
              <a:buFont typeface="Roboto Condensed"/>
              <a:buChar char="-"/>
            </a:pPr>
            <a:r>
              <a:rPr b="1" i="1" lang="en-GB" sz="1200" u="sng">
                <a:solidFill>
                  <a:schemeClr val="dk1"/>
                </a:solidFill>
                <a:latin typeface="Roboto Condensed"/>
                <a:ea typeface="Roboto Condensed"/>
                <a:cs typeface="Roboto Condensed"/>
                <a:sym typeface="Roboto Condensed"/>
              </a:rPr>
              <a:t>The data is </a:t>
            </a:r>
            <a:r>
              <a:rPr b="1" i="1" lang="en-GB" sz="1200" u="sng">
                <a:solidFill>
                  <a:schemeClr val="dk1"/>
                </a:solidFill>
                <a:latin typeface="Roboto Condensed"/>
                <a:ea typeface="Roboto Condensed"/>
                <a:cs typeface="Roboto Condensed"/>
                <a:sym typeface="Roboto Condensed"/>
              </a:rPr>
              <a:t>available</a:t>
            </a:r>
            <a:r>
              <a:rPr b="1" i="1" lang="en-GB" sz="1200" u="sng">
                <a:solidFill>
                  <a:schemeClr val="dk1"/>
                </a:solidFill>
                <a:latin typeface="Roboto Condensed"/>
                <a:ea typeface="Roboto Condensed"/>
                <a:cs typeface="Roboto Condensed"/>
                <a:sym typeface="Roboto Condensed"/>
              </a:rPr>
              <a:t> to the teachers and office staff</a:t>
            </a:r>
            <a:r>
              <a:rPr b="1" i="1" lang="en-GB" sz="1200" u="sng">
                <a:solidFill>
                  <a:schemeClr val="dk1"/>
                </a:solidFill>
                <a:latin typeface="Roboto Condensed"/>
                <a:ea typeface="Roboto Condensed"/>
                <a:cs typeface="Roboto Condensed"/>
                <a:sym typeface="Roboto Condensed"/>
              </a:rPr>
              <a:t>.</a:t>
            </a:r>
            <a:r>
              <a:rPr lang="en-GB" sz="1200">
                <a:solidFill>
                  <a:schemeClr val="lt1"/>
                </a:solidFill>
                <a:latin typeface="Roboto Condensed"/>
                <a:ea typeface="Roboto Condensed"/>
                <a:cs typeface="Roboto Condensed"/>
                <a:sym typeface="Roboto Condensed"/>
              </a:rPr>
              <a:t> (Why Non-functional: This was decided to be a Non-functional requirement, as it is not really as necessary to have a working product it would be needed if placed in schools)</a:t>
            </a:r>
            <a:endParaRPr sz="1200">
              <a:solidFill>
                <a:schemeClr val="lt1"/>
              </a:solidFill>
              <a:latin typeface="Roboto Condensed"/>
              <a:ea typeface="Roboto Condensed"/>
              <a:cs typeface="Roboto Condensed"/>
              <a:sym typeface="Roboto Condensed"/>
            </a:endParaRPr>
          </a:p>
          <a:p>
            <a:pPr indent="0" lvl="0" marL="457200" rtl="0" algn="l">
              <a:lnSpc>
                <a:spcPct val="150000"/>
              </a:lnSpc>
              <a:spcBef>
                <a:spcPts val="1200"/>
              </a:spcBef>
              <a:spcAft>
                <a:spcPts val="0"/>
              </a:spcAft>
              <a:buNone/>
            </a:pPr>
            <a:r>
              <a:rPr lang="en-GB" sz="1200">
                <a:solidFill>
                  <a:schemeClr val="lt1"/>
                </a:solidFill>
                <a:latin typeface="Roboto Condensed"/>
                <a:ea typeface="Roboto Condensed"/>
                <a:cs typeface="Roboto Condensed"/>
                <a:sym typeface="Roboto Condensed"/>
              </a:rPr>
              <a:t> </a:t>
            </a:r>
            <a:endParaRPr sz="1200">
              <a:solidFill>
                <a:schemeClr val="lt1"/>
              </a:solidFill>
              <a:latin typeface="Roboto Condensed"/>
              <a:ea typeface="Roboto Condensed"/>
              <a:cs typeface="Roboto Condensed"/>
              <a:sym typeface="Roboto Condensed"/>
            </a:endParaRPr>
          </a:p>
          <a:p>
            <a:pPr indent="-304800" lvl="0" marL="457200" rtl="0" algn="l">
              <a:lnSpc>
                <a:spcPct val="150000"/>
              </a:lnSpc>
              <a:spcBef>
                <a:spcPts val="1200"/>
              </a:spcBef>
              <a:spcAft>
                <a:spcPts val="0"/>
              </a:spcAft>
              <a:buClr>
                <a:schemeClr val="lt1"/>
              </a:buClr>
              <a:buSzPts val="1200"/>
              <a:buFont typeface="Roboto Condensed"/>
              <a:buChar char="-"/>
            </a:pPr>
            <a:r>
              <a:rPr b="1" i="1" lang="en-GB" sz="1200" u="sng">
                <a:solidFill>
                  <a:schemeClr val="dk1"/>
                </a:solidFill>
                <a:latin typeface="Roboto Condensed"/>
                <a:ea typeface="Roboto Condensed"/>
                <a:cs typeface="Roboto Condensed"/>
                <a:sym typeface="Roboto Condensed"/>
              </a:rPr>
              <a:t>Error troubleshooting: The system should have some kind of way to troubleshoot, to see what problems may be affecting the attendance system.</a:t>
            </a:r>
            <a:r>
              <a:rPr lang="en-GB" sz="1200">
                <a:solidFill>
                  <a:schemeClr val="lt1"/>
                </a:solidFill>
                <a:latin typeface="Roboto Condensed"/>
                <a:ea typeface="Roboto Condensed"/>
                <a:cs typeface="Roboto Condensed"/>
                <a:sym typeface="Roboto Condensed"/>
              </a:rPr>
              <a:t> (Why Non-functional: The reason we made this a Non-functional requirement is because it would be better suited to be put into a future model of this project as it is not required for it to function.)</a:t>
            </a:r>
            <a:endParaRPr sz="1200">
              <a:solidFill>
                <a:schemeClr val="lt1"/>
              </a:solidFill>
              <a:latin typeface="Roboto Condensed Light"/>
              <a:ea typeface="Roboto Condensed Light"/>
              <a:cs typeface="Roboto Condensed Light"/>
              <a:sym typeface="Roboto Condensed Light"/>
            </a:endParaRPr>
          </a:p>
        </p:txBody>
      </p:sp>
      <p:pic>
        <p:nvPicPr>
          <p:cNvPr id="627" name="Google Shape;627;p72"/>
          <p:cNvPicPr preferRelativeResize="0"/>
          <p:nvPr/>
        </p:nvPicPr>
        <p:blipFill>
          <a:blip r:embed="rId3">
            <a:alphaModFix/>
          </a:blip>
          <a:stretch>
            <a:fillRect/>
          </a:stretch>
        </p:blipFill>
        <p:spPr>
          <a:xfrm>
            <a:off x="433484" y="163341"/>
            <a:ext cx="670822" cy="670500"/>
          </a:xfrm>
          <a:prstGeom prst="rect">
            <a:avLst/>
          </a:prstGeom>
          <a:noFill/>
          <a:ln cap="flat" cmpd="sng" w="19050">
            <a:solidFill>
              <a:schemeClr val="dk1"/>
            </a:solidFill>
            <a:prstDash val="solid"/>
            <a:round/>
            <a:headEnd len="sm" w="sm" type="none"/>
            <a:tailEnd len="sm" w="sm" type="none"/>
          </a:ln>
        </p:spPr>
      </p:pic>
      <p:sp>
        <p:nvSpPr>
          <p:cNvPr id="628" name="Google Shape;628;p72"/>
          <p:cNvSpPr txBox="1"/>
          <p:nvPr/>
        </p:nvSpPr>
        <p:spPr>
          <a:xfrm>
            <a:off x="7834325" y="313750"/>
            <a:ext cx="1040700" cy="20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George</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3"/>
          <p:cNvSpPr txBox="1"/>
          <p:nvPr/>
        </p:nvSpPr>
        <p:spPr>
          <a:xfrm>
            <a:off x="404825" y="1575400"/>
            <a:ext cx="8236200" cy="3059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GB" sz="1300" u="sng">
                <a:solidFill>
                  <a:schemeClr val="dk1"/>
                </a:solidFill>
                <a:latin typeface="Roboto Condensed"/>
                <a:ea typeface="Roboto Condensed"/>
                <a:cs typeface="Roboto Condensed"/>
                <a:sym typeface="Roboto Condensed"/>
              </a:rPr>
              <a:t>Fail Safe Mode: If either of the Scanners fail, then it would send an error notification to either the office, or to the classroom teacher so they can manually mark the roll:</a:t>
            </a:r>
            <a:r>
              <a:rPr b="1" lang="en-GB" sz="1300">
                <a:solidFill>
                  <a:schemeClr val="lt1"/>
                </a:solidFill>
                <a:latin typeface="Roboto Condensed"/>
                <a:ea typeface="Roboto Condensed"/>
                <a:cs typeface="Roboto Condensed"/>
                <a:sym typeface="Roboto Condensed"/>
              </a:rPr>
              <a:t> </a:t>
            </a:r>
            <a:r>
              <a:rPr b="1" lang="en-GB" sz="1300">
                <a:solidFill>
                  <a:schemeClr val="lt1"/>
                </a:solidFill>
                <a:latin typeface="Roboto Condensed"/>
                <a:ea typeface="Roboto Condensed"/>
                <a:cs typeface="Roboto Condensed"/>
                <a:sym typeface="Roboto Condensed"/>
              </a:rPr>
              <a:t>After designing the product, we decided that if we were to create a new and improved version of our product, it should include a failsafe mode in case the system goes down for whatever reason; which would allow for more versatility when it comes to working with and around the system, as well as its features. </a:t>
            </a:r>
            <a:endParaRPr b="1" sz="1300">
              <a:solidFill>
                <a:schemeClr val="dk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1300" u="sng">
                <a:solidFill>
                  <a:schemeClr val="dk1"/>
                </a:solidFill>
                <a:latin typeface="Roboto Condensed"/>
                <a:ea typeface="Roboto Condensed"/>
                <a:cs typeface="Roboto Condensed"/>
                <a:sym typeface="Roboto Condensed"/>
              </a:rPr>
              <a:t>Response time being 2 seconds and less, after scanning a </a:t>
            </a:r>
            <a:r>
              <a:rPr b="1" lang="en-GB" sz="1300" u="sng">
                <a:solidFill>
                  <a:schemeClr val="dk1"/>
                </a:solidFill>
                <a:latin typeface="Roboto Condensed"/>
                <a:ea typeface="Roboto Condensed"/>
                <a:cs typeface="Roboto Condensed"/>
                <a:sym typeface="Roboto Condensed"/>
              </a:rPr>
              <a:t>fingerprint</a:t>
            </a:r>
            <a:r>
              <a:rPr b="1" lang="en-GB" sz="1300" u="sng">
                <a:solidFill>
                  <a:schemeClr val="dk1"/>
                </a:solidFill>
                <a:latin typeface="Roboto Condensed"/>
                <a:ea typeface="Roboto Condensed"/>
                <a:cs typeface="Roboto Condensed"/>
                <a:sym typeface="Roboto Condensed"/>
              </a:rPr>
              <a:t> or scanning a face:</a:t>
            </a:r>
            <a:r>
              <a:rPr b="1" lang="en-GB" sz="1300">
                <a:solidFill>
                  <a:schemeClr val="dk1"/>
                </a:solidFill>
                <a:latin typeface="Roboto Condensed"/>
                <a:ea typeface="Roboto Condensed"/>
                <a:cs typeface="Roboto Condensed"/>
                <a:sym typeface="Roboto Condensed"/>
              </a:rPr>
              <a:t> </a:t>
            </a:r>
            <a:r>
              <a:rPr b="1" lang="en-GB" sz="1300">
                <a:solidFill>
                  <a:schemeClr val="lt1"/>
                </a:solidFill>
                <a:latin typeface="Roboto Condensed"/>
                <a:ea typeface="Roboto Condensed"/>
                <a:cs typeface="Roboto Condensed"/>
                <a:sym typeface="Roboto Condensed"/>
              </a:rPr>
              <a:t>After creating the product, we decided that we should include the response time to be 2 changed seconds or less, to allow for better response time. Making the newer version of our product more user friendly and time effective. </a:t>
            </a:r>
            <a:endParaRPr b="1" sz="13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1200"/>
              </a:spcAft>
              <a:buNone/>
            </a:pPr>
            <a:r>
              <a:t/>
            </a:r>
            <a:endParaRPr b="1" sz="1300">
              <a:solidFill>
                <a:schemeClr val="dk1"/>
              </a:solidFill>
              <a:latin typeface="Raleway"/>
              <a:ea typeface="Raleway"/>
              <a:cs typeface="Raleway"/>
              <a:sym typeface="Raleway"/>
            </a:endParaRPr>
          </a:p>
        </p:txBody>
      </p:sp>
      <p:sp>
        <p:nvSpPr>
          <p:cNvPr id="634" name="Google Shape;634;p73"/>
          <p:cNvSpPr txBox="1"/>
          <p:nvPr/>
        </p:nvSpPr>
        <p:spPr>
          <a:xfrm>
            <a:off x="1419600" y="262900"/>
            <a:ext cx="6304800" cy="11082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50000"/>
              </a:lnSpc>
              <a:spcBef>
                <a:spcPts val="1200"/>
              </a:spcBef>
              <a:spcAft>
                <a:spcPts val="1200"/>
              </a:spcAft>
              <a:buNone/>
            </a:pPr>
            <a:r>
              <a:rPr lang="en-GB" sz="2400" u="sng">
                <a:solidFill>
                  <a:schemeClr val="lt1"/>
                </a:solidFill>
                <a:latin typeface="Squada One"/>
                <a:ea typeface="Squada One"/>
                <a:cs typeface="Squada One"/>
                <a:sym typeface="Squada One"/>
              </a:rPr>
              <a:t>List of Non-Functional Requirements Becoming Functional Requirements (For Future Models):</a:t>
            </a:r>
            <a:endParaRPr sz="2400" u="sng">
              <a:solidFill>
                <a:schemeClr val="lt1"/>
              </a:solidFill>
              <a:latin typeface="Squada One"/>
              <a:ea typeface="Squada One"/>
              <a:cs typeface="Squada One"/>
              <a:sym typeface="Squada One"/>
            </a:endParaRPr>
          </a:p>
        </p:txBody>
      </p:sp>
      <p:pic>
        <p:nvPicPr>
          <p:cNvPr id="635" name="Google Shape;635;p73"/>
          <p:cNvPicPr preferRelativeResize="0"/>
          <p:nvPr/>
        </p:nvPicPr>
        <p:blipFill>
          <a:blip r:embed="rId3">
            <a:alphaModFix/>
          </a:blip>
          <a:stretch>
            <a:fillRect/>
          </a:stretch>
        </p:blipFill>
        <p:spPr>
          <a:xfrm>
            <a:off x="6153438" y="3858206"/>
            <a:ext cx="1476375" cy="776288"/>
          </a:xfrm>
          <a:prstGeom prst="rect">
            <a:avLst/>
          </a:prstGeom>
          <a:noFill/>
          <a:ln cap="flat" cmpd="sng" w="19050">
            <a:solidFill>
              <a:schemeClr val="dk1"/>
            </a:solidFill>
            <a:prstDash val="solid"/>
            <a:round/>
            <a:headEnd len="sm" w="sm" type="none"/>
            <a:tailEnd len="sm" w="sm" type="none"/>
          </a:ln>
        </p:spPr>
      </p:pic>
      <p:sp>
        <p:nvSpPr>
          <p:cNvPr id="636" name="Google Shape;636;p73"/>
          <p:cNvSpPr txBox="1"/>
          <p:nvPr/>
        </p:nvSpPr>
        <p:spPr>
          <a:xfrm>
            <a:off x="8406275" y="81286"/>
            <a:ext cx="143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Aden</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74"/>
          <p:cNvSpPr txBox="1"/>
          <p:nvPr>
            <p:ph type="ctrTitle"/>
          </p:nvPr>
        </p:nvSpPr>
        <p:spPr>
          <a:xfrm flipH="1">
            <a:off x="1611000" y="234100"/>
            <a:ext cx="5922000" cy="670500"/>
          </a:xfrm>
          <a:prstGeom prst="rect">
            <a:avLst/>
          </a:prstGeom>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The Constraints of This Project:</a:t>
            </a:r>
            <a:endParaRPr u="sng"/>
          </a:p>
        </p:txBody>
      </p:sp>
      <p:sp>
        <p:nvSpPr>
          <p:cNvPr id="642" name="Google Shape;642;p74"/>
          <p:cNvSpPr txBox="1"/>
          <p:nvPr>
            <p:ph idx="1" type="subTitle"/>
          </p:nvPr>
        </p:nvSpPr>
        <p:spPr>
          <a:xfrm>
            <a:off x="298850" y="1063350"/>
            <a:ext cx="8672100" cy="3963900"/>
          </a:xfrm>
          <a:prstGeom prst="rect">
            <a:avLst/>
          </a:prstGeom>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311150" lvl="0" marL="457200" rtl="0" algn="l">
              <a:lnSpc>
                <a:spcPct val="150000"/>
              </a:lnSpc>
              <a:spcBef>
                <a:spcPts val="1200"/>
              </a:spcBef>
              <a:spcAft>
                <a:spcPts val="0"/>
              </a:spcAft>
              <a:buClr>
                <a:schemeClr val="lt1"/>
              </a:buClr>
              <a:buSzPts val="1300"/>
              <a:buFont typeface="Raleway"/>
              <a:buChar char="-"/>
            </a:pPr>
            <a:r>
              <a:rPr lang="en-GB" sz="1300">
                <a:latin typeface="Raleway"/>
                <a:ea typeface="Raleway"/>
                <a:cs typeface="Raleway"/>
                <a:sym typeface="Raleway"/>
              </a:rPr>
              <a:t>Python must be used as the coding language.</a:t>
            </a:r>
            <a:endParaRPr sz="1300">
              <a:latin typeface="Raleway"/>
              <a:ea typeface="Raleway"/>
              <a:cs typeface="Raleway"/>
              <a:sym typeface="Raleway"/>
            </a:endParaRPr>
          </a:p>
          <a:p>
            <a:pPr indent="-311150" lvl="0" marL="457200" rtl="0" algn="l">
              <a:lnSpc>
                <a:spcPct val="150000"/>
              </a:lnSpc>
              <a:spcBef>
                <a:spcPts val="0"/>
              </a:spcBef>
              <a:spcAft>
                <a:spcPts val="0"/>
              </a:spcAft>
              <a:buClr>
                <a:schemeClr val="lt1"/>
              </a:buClr>
              <a:buSzPts val="1300"/>
              <a:buFont typeface="Raleway"/>
              <a:buChar char="-"/>
            </a:pPr>
            <a:r>
              <a:rPr lang="en-GB" sz="1300">
                <a:latin typeface="Raleway"/>
                <a:ea typeface="Raleway"/>
                <a:cs typeface="Raleway"/>
                <a:sym typeface="Raleway"/>
              </a:rPr>
              <a:t>Needs to be compatible with Google Sheets, Microsoft Excel and/or Microsoft Access. </a:t>
            </a:r>
            <a:endParaRPr sz="1300">
              <a:latin typeface="Raleway"/>
              <a:ea typeface="Raleway"/>
              <a:cs typeface="Raleway"/>
              <a:sym typeface="Raleway"/>
            </a:endParaRPr>
          </a:p>
          <a:p>
            <a:pPr indent="-311150" lvl="0" marL="457200" rtl="0" algn="l">
              <a:lnSpc>
                <a:spcPct val="150000"/>
              </a:lnSpc>
              <a:spcBef>
                <a:spcPts val="0"/>
              </a:spcBef>
              <a:spcAft>
                <a:spcPts val="0"/>
              </a:spcAft>
              <a:buClr>
                <a:schemeClr val="lt1"/>
              </a:buClr>
              <a:buSzPts val="1300"/>
              <a:buFont typeface="Raleway"/>
              <a:buChar char="-"/>
            </a:pPr>
            <a:r>
              <a:rPr lang="en-GB" sz="1300">
                <a:latin typeface="Raleway"/>
                <a:ea typeface="Raleway"/>
                <a:cs typeface="Raleway"/>
                <a:sym typeface="Raleway"/>
              </a:rPr>
              <a:t>Biometric data must be in line with the laws regarding biometric data in schools.</a:t>
            </a:r>
            <a:endParaRPr sz="1300">
              <a:latin typeface="Raleway"/>
              <a:ea typeface="Raleway"/>
              <a:cs typeface="Raleway"/>
              <a:sym typeface="Raleway"/>
            </a:endParaRPr>
          </a:p>
          <a:p>
            <a:pPr indent="-311150" lvl="0" marL="457200" rtl="0" algn="l">
              <a:lnSpc>
                <a:spcPct val="150000"/>
              </a:lnSpc>
              <a:spcBef>
                <a:spcPts val="0"/>
              </a:spcBef>
              <a:spcAft>
                <a:spcPts val="0"/>
              </a:spcAft>
              <a:buClr>
                <a:schemeClr val="lt1"/>
              </a:buClr>
              <a:buSzPts val="1300"/>
              <a:buFont typeface="Raleway"/>
              <a:buChar char="-"/>
            </a:pPr>
            <a:r>
              <a:rPr lang="en-GB" sz="1300">
                <a:latin typeface="Raleway"/>
                <a:ea typeface="Raleway"/>
                <a:cs typeface="Raleway"/>
                <a:sym typeface="Raleway"/>
              </a:rPr>
              <a:t>Must be able to run on already existing school set-ups.</a:t>
            </a:r>
            <a:endParaRPr sz="1300">
              <a:latin typeface="Raleway"/>
              <a:ea typeface="Raleway"/>
              <a:cs typeface="Raleway"/>
              <a:sym typeface="Raleway"/>
            </a:endParaRPr>
          </a:p>
          <a:p>
            <a:pPr indent="-311150" lvl="0" marL="457200" rtl="0" algn="l">
              <a:lnSpc>
                <a:spcPct val="150000"/>
              </a:lnSpc>
              <a:spcBef>
                <a:spcPts val="0"/>
              </a:spcBef>
              <a:spcAft>
                <a:spcPts val="0"/>
              </a:spcAft>
              <a:buClr>
                <a:schemeClr val="lt1"/>
              </a:buClr>
              <a:buSzPts val="1300"/>
              <a:buFont typeface="Raleway"/>
              <a:buChar char="-"/>
            </a:pPr>
            <a:r>
              <a:rPr lang="en-GB" sz="1300">
                <a:latin typeface="Raleway"/>
                <a:ea typeface="Raleway"/>
                <a:cs typeface="Raleway"/>
                <a:sym typeface="Raleway"/>
              </a:rPr>
              <a:t>Must be done with the Unit 2  time frame.</a:t>
            </a:r>
            <a:endParaRPr sz="1300">
              <a:latin typeface="Raleway"/>
              <a:ea typeface="Raleway"/>
              <a:cs typeface="Raleway"/>
              <a:sym typeface="Raleway"/>
            </a:endParaRPr>
          </a:p>
          <a:p>
            <a:pPr indent="-311150" lvl="0" marL="457200" rtl="0" algn="l">
              <a:lnSpc>
                <a:spcPct val="150000"/>
              </a:lnSpc>
              <a:spcBef>
                <a:spcPts val="0"/>
              </a:spcBef>
              <a:spcAft>
                <a:spcPts val="0"/>
              </a:spcAft>
              <a:buClr>
                <a:schemeClr val="lt1"/>
              </a:buClr>
              <a:buSzPts val="1300"/>
              <a:buFont typeface="Raleway"/>
              <a:buChar char="-"/>
            </a:pPr>
            <a:r>
              <a:rPr lang="en-GB" sz="1300">
                <a:latin typeface="Raleway"/>
                <a:ea typeface="Raleway"/>
                <a:cs typeface="Raleway"/>
                <a:sym typeface="Raleway"/>
              </a:rPr>
              <a:t>Needs to be able to function in temperatures from 5 Degrees Celsius to 35 Degrees Celsius.</a:t>
            </a:r>
            <a:endParaRPr sz="1300">
              <a:latin typeface="Raleway"/>
              <a:ea typeface="Raleway"/>
              <a:cs typeface="Raleway"/>
              <a:sym typeface="Raleway"/>
            </a:endParaRPr>
          </a:p>
          <a:p>
            <a:pPr indent="-311150" lvl="0" marL="457200" rtl="0" algn="l">
              <a:lnSpc>
                <a:spcPct val="150000"/>
              </a:lnSpc>
              <a:spcBef>
                <a:spcPts val="0"/>
              </a:spcBef>
              <a:spcAft>
                <a:spcPts val="0"/>
              </a:spcAft>
              <a:buClr>
                <a:schemeClr val="lt1"/>
              </a:buClr>
              <a:buSzPts val="1300"/>
              <a:buFont typeface="Raleway"/>
              <a:buChar char="-"/>
            </a:pPr>
            <a:r>
              <a:rPr lang="en-GB" sz="1300">
                <a:latin typeface="Raleway"/>
                <a:ea typeface="Raleway"/>
                <a:cs typeface="Raleway"/>
                <a:sym typeface="Raleway"/>
              </a:rPr>
              <a:t>Should be able to survive low level physical damage, as well as not be affected too heavily by dust.</a:t>
            </a:r>
            <a:endParaRPr sz="1300">
              <a:latin typeface="Raleway"/>
              <a:ea typeface="Raleway"/>
              <a:cs typeface="Raleway"/>
              <a:sym typeface="Raleway"/>
            </a:endParaRPr>
          </a:p>
          <a:p>
            <a:pPr indent="-311150" lvl="0" marL="457200" rtl="0" algn="l">
              <a:lnSpc>
                <a:spcPct val="150000"/>
              </a:lnSpc>
              <a:spcBef>
                <a:spcPts val="0"/>
              </a:spcBef>
              <a:spcAft>
                <a:spcPts val="0"/>
              </a:spcAft>
              <a:buClr>
                <a:schemeClr val="lt1"/>
              </a:buClr>
              <a:buSzPts val="1300"/>
              <a:buFont typeface="Raleway"/>
              <a:buChar char="-"/>
            </a:pPr>
            <a:r>
              <a:rPr lang="en-GB" sz="1300">
                <a:latin typeface="Raleway"/>
                <a:ea typeface="Raleway"/>
                <a:cs typeface="Raleway"/>
                <a:sym typeface="Raleway"/>
              </a:rPr>
              <a:t>Must document all tasks done and not done in either Google Docs, Google Sheets, On a physical piece of paper or on any other recordable means.</a:t>
            </a:r>
            <a:endParaRPr sz="1300">
              <a:latin typeface="Raleway"/>
              <a:ea typeface="Raleway"/>
              <a:cs typeface="Raleway"/>
              <a:sym typeface="Raleway"/>
            </a:endParaRPr>
          </a:p>
          <a:p>
            <a:pPr indent="-311150" lvl="0" marL="457200" rtl="0" algn="l">
              <a:lnSpc>
                <a:spcPct val="150000"/>
              </a:lnSpc>
              <a:spcBef>
                <a:spcPts val="0"/>
              </a:spcBef>
              <a:spcAft>
                <a:spcPts val="0"/>
              </a:spcAft>
              <a:buClr>
                <a:schemeClr val="lt1"/>
              </a:buClr>
              <a:buSzPts val="1300"/>
              <a:buFont typeface="Raleway"/>
              <a:buChar char="-"/>
            </a:pPr>
            <a:r>
              <a:rPr lang="en-GB" sz="1300">
                <a:latin typeface="Raleway"/>
                <a:ea typeface="Raleway"/>
                <a:cs typeface="Raleway"/>
                <a:sym typeface="Raleway"/>
              </a:rPr>
              <a:t>Must be uploaded to the GitHub repository. </a:t>
            </a:r>
            <a:endParaRPr sz="1300">
              <a:latin typeface="Raleway"/>
              <a:ea typeface="Raleway"/>
              <a:cs typeface="Raleway"/>
              <a:sym typeface="Raleway"/>
            </a:endParaRPr>
          </a:p>
          <a:p>
            <a:pPr indent="-311150" lvl="0" marL="457200" rtl="0" algn="l">
              <a:lnSpc>
                <a:spcPct val="150000"/>
              </a:lnSpc>
              <a:spcBef>
                <a:spcPts val="0"/>
              </a:spcBef>
              <a:spcAft>
                <a:spcPts val="0"/>
              </a:spcAft>
              <a:buClr>
                <a:schemeClr val="lt1"/>
              </a:buClr>
              <a:buSzPts val="1300"/>
              <a:buFont typeface="Raleway"/>
              <a:buChar char="-"/>
            </a:pPr>
            <a:r>
              <a:rPr lang="en-GB" sz="1300">
                <a:latin typeface="Raleway"/>
                <a:ea typeface="Raleway"/>
                <a:cs typeface="Raleway"/>
                <a:sym typeface="Raleway"/>
              </a:rPr>
              <a:t>Code must be written in pseudo code, so as to be easily adapted into proper code by a coder, and easily understood by those who don’t understand python code. </a:t>
            </a:r>
            <a:endParaRPr sz="1300">
              <a:latin typeface="Raleway"/>
              <a:ea typeface="Raleway"/>
              <a:cs typeface="Raleway"/>
              <a:sym typeface="Raleway"/>
            </a:endParaRPr>
          </a:p>
          <a:p>
            <a:pPr indent="0" lvl="0" marL="0" rtl="0" algn="l">
              <a:spcBef>
                <a:spcPts val="1200"/>
              </a:spcBef>
              <a:spcAft>
                <a:spcPts val="0"/>
              </a:spcAft>
              <a:buNone/>
            </a:pPr>
            <a:r>
              <a:t/>
            </a:r>
            <a:endParaRPr/>
          </a:p>
        </p:txBody>
      </p:sp>
      <p:sp>
        <p:nvSpPr>
          <p:cNvPr id="643" name="Google Shape;643;p74"/>
          <p:cNvSpPr txBox="1"/>
          <p:nvPr/>
        </p:nvSpPr>
        <p:spPr>
          <a:xfrm>
            <a:off x="7968800" y="92700"/>
            <a:ext cx="1123800" cy="3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Anthony</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75"/>
          <p:cNvSpPr txBox="1"/>
          <p:nvPr>
            <p:ph type="ctrTitle"/>
          </p:nvPr>
        </p:nvSpPr>
        <p:spPr>
          <a:xfrm flipH="1">
            <a:off x="2888550" y="102900"/>
            <a:ext cx="3366900" cy="871200"/>
          </a:xfrm>
          <a:prstGeom prst="rect">
            <a:avLst/>
          </a:prstGeom>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u="sng"/>
              <a:t>Pseudocode:</a:t>
            </a:r>
            <a:endParaRPr u="sng"/>
          </a:p>
        </p:txBody>
      </p:sp>
      <p:sp>
        <p:nvSpPr>
          <p:cNvPr id="649" name="Google Shape;649;p75"/>
          <p:cNvSpPr txBox="1"/>
          <p:nvPr/>
        </p:nvSpPr>
        <p:spPr>
          <a:xfrm>
            <a:off x="2652150" y="1882175"/>
            <a:ext cx="3839700" cy="31767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Start </a:t>
            </a:r>
            <a:endParaRPr b="1" sz="1100">
              <a:solidFill>
                <a:schemeClr val="dk1"/>
              </a:solidFill>
              <a:highlight>
                <a:srgbClr val="05C4C4"/>
              </a:highlight>
              <a:latin typeface="Roboto Condensed"/>
              <a:ea typeface="Roboto Condensed"/>
              <a:cs typeface="Roboto Condensed"/>
              <a:sym typeface="Roboto Condensed"/>
            </a:endParaRPr>
          </a:p>
          <a:p>
            <a:pPr indent="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If camera detect student in list(attendance)</a:t>
            </a:r>
            <a:endParaRPr b="1" sz="1100">
              <a:solidFill>
                <a:schemeClr val="dk1"/>
              </a:solidFill>
              <a:highlight>
                <a:srgbClr val="05C4C4"/>
              </a:highlight>
              <a:latin typeface="Roboto Condensed"/>
              <a:ea typeface="Roboto Condensed"/>
              <a:cs typeface="Roboto Condensed"/>
              <a:sym typeface="Roboto Condensed"/>
            </a:endParaRPr>
          </a:p>
          <a:p>
            <a:pPr indent="45720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Beep 1</a:t>
            </a:r>
            <a:endParaRPr b="1" sz="1100">
              <a:solidFill>
                <a:schemeClr val="dk1"/>
              </a:solidFill>
              <a:highlight>
                <a:srgbClr val="05C4C4"/>
              </a:highlight>
              <a:latin typeface="Roboto Condensed"/>
              <a:ea typeface="Roboto Condensed"/>
              <a:cs typeface="Roboto Condensed"/>
              <a:sym typeface="Roboto Condensed"/>
            </a:endParaRPr>
          </a:p>
          <a:p>
            <a:pPr indent="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If not </a:t>
            </a:r>
            <a:endParaRPr b="1" sz="1100">
              <a:solidFill>
                <a:schemeClr val="dk1"/>
              </a:solidFill>
              <a:highlight>
                <a:srgbClr val="05C4C4"/>
              </a:highlight>
              <a:latin typeface="Roboto Condensed"/>
              <a:ea typeface="Roboto Condensed"/>
              <a:cs typeface="Roboto Condensed"/>
              <a:sym typeface="Roboto Condensed"/>
            </a:endParaRPr>
          </a:p>
          <a:p>
            <a:pPr indent="45720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beep 2 </a:t>
            </a:r>
            <a:endParaRPr b="1" sz="1100">
              <a:solidFill>
                <a:schemeClr val="dk1"/>
              </a:solidFill>
              <a:highlight>
                <a:srgbClr val="05C4C4"/>
              </a:highlight>
              <a:latin typeface="Roboto Condensed"/>
              <a:ea typeface="Roboto Condensed"/>
              <a:cs typeface="Roboto Condensed"/>
              <a:sym typeface="Roboto Condensed"/>
            </a:endParaRPr>
          </a:p>
          <a:p>
            <a:pPr indent="45720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Alert teacher </a:t>
            </a:r>
            <a:endParaRPr b="1" sz="1100">
              <a:solidFill>
                <a:schemeClr val="dk1"/>
              </a:solidFill>
              <a:highlight>
                <a:srgbClr val="05C4C4"/>
              </a:highlight>
              <a:latin typeface="Roboto Condensed"/>
              <a:ea typeface="Roboto Condensed"/>
              <a:cs typeface="Roboto Condensed"/>
              <a:sym typeface="Roboto Condensed"/>
            </a:endParaRPr>
          </a:p>
          <a:p>
            <a:pPr indent="457200" lvl="0" marL="0" rtl="0" algn="l">
              <a:spcBef>
                <a:spcPts val="0"/>
              </a:spcBef>
              <a:spcAft>
                <a:spcPts val="0"/>
              </a:spcAft>
              <a:buNone/>
            </a:pPr>
            <a:r>
              <a:t/>
            </a:r>
            <a:endParaRPr b="1" sz="1100">
              <a:solidFill>
                <a:schemeClr val="dk1"/>
              </a:solidFill>
              <a:highlight>
                <a:srgbClr val="05C4C4"/>
              </a:highlight>
              <a:latin typeface="Roboto Condensed"/>
              <a:ea typeface="Roboto Condensed"/>
              <a:cs typeface="Roboto Condensed"/>
              <a:sym typeface="Roboto Condensed"/>
            </a:endParaRPr>
          </a:p>
          <a:p>
            <a:pPr indent="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Once</a:t>
            </a:r>
            <a:endParaRPr b="1" sz="1100">
              <a:solidFill>
                <a:schemeClr val="dk1"/>
              </a:solidFill>
              <a:highlight>
                <a:srgbClr val="05C4C4"/>
              </a:highlight>
              <a:latin typeface="Roboto Condensed"/>
              <a:ea typeface="Roboto Condensed"/>
              <a:cs typeface="Roboto Condensed"/>
              <a:sym typeface="Roboto Condensed"/>
            </a:endParaRPr>
          </a:p>
          <a:p>
            <a:pPr indent="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	Class end </a:t>
            </a:r>
            <a:endParaRPr b="1" sz="1100">
              <a:solidFill>
                <a:schemeClr val="dk1"/>
              </a:solidFill>
              <a:highlight>
                <a:srgbClr val="05C4C4"/>
              </a:highlight>
              <a:latin typeface="Roboto Condensed"/>
              <a:ea typeface="Roboto Condensed"/>
              <a:cs typeface="Roboto Condensed"/>
              <a:sym typeface="Roboto Condensed"/>
            </a:endParaRPr>
          </a:p>
          <a:p>
            <a:pPr indent="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		Change attendance list to next class</a:t>
            </a:r>
            <a:endParaRPr b="1" sz="1100">
              <a:solidFill>
                <a:schemeClr val="dk1"/>
              </a:solidFill>
              <a:highlight>
                <a:srgbClr val="05C4C4"/>
              </a:highlight>
              <a:latin typeface="Roboto Condensed"/>
              <a:ea typeface="Roboto Condensed"/>
              <a:cs typeface="Roboto Condensed"/>
              <a:sym typeface="Roboto Condensed"/>
            </a:endParaRPr>
          </a:p>
          <a:p>
            <a:pPr indent="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Repeat</a:t>
            </a:r>
            <a:endParaRPr b="1" sz="1100">
              <a:solidFill>
                <a:schemeClr val="dk1"/>
              </a:solidFill>
              <a:highlight>
                <a:srgbClr val="05C4C4"/>
              </a:highlight>
              <a:latin typeface="Roboto Condensed"/>
              <a:ea typeface="Roboto Condensed"/>
              <a:cs typeface="Roboto Condensed"/>
              <a:sym typeface="Roboto Condensed"/>
            </a:endParaRPr>
          </a:p>
          <a:p>
            <a:pPr indent="0" lvl="0" marL="0" rtl="0" algn="l">
              <a:spcBef>
                <a:spcPts val="0"/>
              </a:spcBef>
              <a:spcAft>
                <a:spcPts val="0"/>
              </a:spcAft>
              <a:buNone/>
            </a:pPr>
            <a:r>
              <a:t/>
            </a:r>
            <a:endParaRPr b="1" sz="1100">
              <a:solidFill>
                <a:schemeClr val="dk1"/>
              </a:solidFill>
              <a:highlight>
                <a:srgbClr val="05C4C4"/>
              </a:highlight>
              <a:latin typeface="Roboto Condensed"/>
              <a:ea typeface="Roboto Condensed"/>
              <a:cs typeface="Roboto Condensed"/>
              <a:sym typeface="Roboto Condensed"/>
            </a:endParaRPr>
          </a:p>
          <a:p>
            <a:pPr indent="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If student leave class </a:t>
            </a:r>
            <a:endParaRPr b="1" sz="1100">
              <a:solidFill>
                <a:schemeClr val="dk1"/>
              </a:solidFill>
              <a:highlight>
                <a:srgbClr val="05C4C4"/>
              </a:highlight>
              <a:latin typeface="Roboto Condensed"/>
              <a:ea typeface="Roboto Condensed"/>
              <a:cs typeface="Roboto Condensed"/>
              <a:sym typeface="Roboto Condensed"/>
            </a:endParaRPr>
          </a:p>
          <a:p>
            <a:pPr indent="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	Mark as left</a:t>
            </a:r>
            <a:endParaRPr b="1" sz="1100">
              <a:solidFill>
                <a:schemeClr val="dk1"/>
              </a:solidFill>
              <a:highlight>
                <a:srgbClr val="05C4C4"/>
              </a:highlight>
              <a:latin typeface="Roboto Condensed"/>
              <a:ea typeface="Roboto Condensed"/>
              <a:cs typeface="Roboto Condensed"/>
              <a:sym typeface="Roboto Condensed"/>
            </a:endParaRPr>
          </a:p>
          <a:p>
            <a:pPr indent="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	If come back</a:t>
            </a:r>
            <a:endParaRPr b="1" sz="1100">
              <a:solidFill>
                <a:schemeClr val="dk1"/>
              </a:solidFill>
              <a:highlight>
                <a:srgbClr val="05C4C4"/>
              </a:highlight>
              <a:latin typeface="Roboto Condensed"/>
              <a:ea typeface="Roboto Condensed"/>
              <a:cs typeface="Roboto Condensed"/>
              <a:sym typeface="Roboto Condensed"/>
            </a:endParaRPr>
          </a:p>
          <a:p>
            <a:pPr indent="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		Mark as back and how long they were gone for</a:t>
            </a:r>
            <a:endParaRPr b="1" sz="1100">
              <a:solidFill>
                <a:schemeClr val="dk1"/>
              </a:solidFill>
              <a:highlight>
                <a:srgbClr val="05C4C4"/>
              </a:highlight>
              <a:latin typeface="Roboto Condensed"/>
              <a:ea typeface="Roboto Condensed"/>
              <a:cs typeface="Roboto Condensed"/>
              <a:sym typeface="Roboto Condensed"/>
            </a:endParaRPr>
          </a:p>
          <a:p>
            <a:pPr indent="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If gone for 20&gt; </a:t>
            </a:r>
            <a:endParaRPr b="1" sz="1100">
              <a:solidFill>
                <a:schemeClr val="dk1"/>
              </a:solidFill>
              <a:highlight>
                <a:srgbClr val="05C4C4"/>
              </a:highlight>
              <a:latin typeface="Roboto Condensed"/>
              <a:ea typeface="Roboto Condensed"/>
              <a:cs typeface="Roboto Condensed"/>
              <a:sym typeface="Roboto Condensed"/>
            </a:endParaRPr>
          </a:p>
          <a:p>
            <a:pPr indent="0" lvl="0" marL="0" rtl="0" algn="l">
              <a:spcBef>
                <a:spcPts val="0"/>
              </a:spcBef>
              <a:spcAft>
                <a:spcPts val="0"/>
              </a:spcAft>
              <a:buNone/>
            </a:pPr>
            <a:r>
              <a:rPr b="1" lang="en-GB" sz="1100">
                <a:solidFill>
                  <a:schemeClr val="dk1"/>
                </a:solidFill>
                <a:highlight>
                  <a:srgbClr val="05C4C4"/>
                </a:highlight>
                <a:latin typeface="Roboto Condensed"/>
                <a:ea typeface="Roboto Condensed"/>
                <a:cs typeface="Roboto Condensed"/>
                <a:sym typeface="Roboto Condensed"/>
              </a:rPr>
              <a:t>	Alert teacher </a:t>
            </a:r>
            <a:endParaRPr b="1" sz="1100">
              <a:solidFill>
                <a:schemeClr val="dk1"/>
              </a:solidFill>
              <a:highlight>
                <a:srgbClr val="05C4C4"/>
              </a:highlight>
              <a:latin typeface="Roboto Condensed"/>
              <a:ea typeface="Roboto Condensed"/>
              <a:cs typeface="Roboto Condensed"/>
              <a:sym typeface="Roboto Condensed"/>
            </a:endParaRPr>
          </a:p>
        </p:txBody>
      </p:sp>
      <p:pic>
        <p:nvPicPr>
          <p:cNvPr id="650" name="Google Shape;650;p75"/>
          <p:cNvPicPr preferRelativeResize="0"/>
          <p:nvPr/>
        </p:nvPicPr>
        <p:blipFill>
          <a:blip r:embed="rId3">
            <a:alphaModFix/>
          </a:blip>
          <a:stretch>
            <a:fillRect/>
          </a:stretch>
        </p:blipFill>
        <p:spPr>
          <a:xfrm>
            <a:off x="5264300" y="1968800"/>
            <a:ext cx="1152550" cy="871200"/>
          </a:xfrm>
          <a:prstGeom prst="rect">
            <a:avLst/>
          </a:prstGeom>
          <a:noFill/>
          <a:ln cap="flat" cmpd="sng" w="19050">
            <a:solidFill>
              <a:schemeClr val="dk1"/>
            </a:solidFill>
            <a:prstDash val="solid"/>
            <a:round/>
            <a:headEnd len="sm" w="sm" type="none"/>
            <a:tailEnd len="sm" w="sm" type="none"/>
          </a:ln>
        </p:spPr>
      </p:pic>
      <p:sp>
        <p:nvSpPr>
          <p:cNvPr id="651" name="Google Shape;651;p75"/>
          <p:cNvSpPr txBox="1"/>
          <p:nvPr/>
        </p:nvSpPr>
        <p:spPr>
          <a:xfrm>
            <a:off x="8158025" y="102900"/>
            <a:ext cx="923400" cy="3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solidFill>
                  <a:schemeClr val="lt1"/>
                </a:solidFill>
                <a:latin typeface="Roboto Condensed Light"/>
                <a:ea typeface="Roboto Condensed Light"/>
                <a:cs typeface="Roboto Condensed Light"/>
                <a:sym typeface="Roboto Condensed Light"/>
              </a:rPr>
              <a:t>George</a:t>
            </a:r>
            <a:endParaRPr sz="1600">
              <a:solidFill>
                <a:schemeClr val="lt1"/>
              </a:solidFill>
              <a:latin typeface="Roboto Condensed Light"/>
              <a:ea typeface="Roboto Condensed Light"/>
              <a:cs typeface="Roboto Condensed Light"/>
              <a:sym typeface="Roboto Condensed Light"/>
            </a:endParaRPr>
          </a:p>
        </p:txBody>
      </p:sp>
      <p:sp>
        <p:nvSpPr>
          <p:cNvPr id="652" name="Google Shape;652;p75"/>
          <p:cNvSpPr txBox="1"/>
          <p:nvPr/>
        </p:nvSpPr>
        <p:spPr>
          <a:xfrm>
            <a:off x="2228550" y="1043825"/>
            <a:ext cx="4686900" cy="7686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chemeClr val="lt1"/>
                </a:solidFill>
                <a:latin typeface="Roboto Condensed Light"/>
                <a:ea typeface="Roboto Condensed Light"/>
                <a:cs typeface="Roboto Condensed Light"/>
                <a:sym typeface="Roboto Condensed Light"/>
              </a:rPr>
              <a:t>This was the first attempt at pseudo code, it was done within the first week of coming up with our idea, and as you can see it </a:t>
            </a:r>
            <a:r>
              <a:rPr lang="en-GB" sz="1200">
                <a:solidFill>
                  <a:schemeClr val="lt1"/>
                </a:solidFill>
                <a:latin typeface="Roboto Condensed Light"/>
                <a:ea typeface="Roboto Condensed Light"/>
                <a:cs typeface="Roboto Condensed Light"/>
                <a:sym typeface="Roboto Condensed Light"/>
              </a:rPr>
              <a:t>isn't</a:t>
            </a:r>
            <a:r>
              <a:rPr lang="en-GB" sz="1200">
                <a:solidFill>
                  <a:schemeClr val="lt1"/>
                </a:solidFill>
                <a:latin typeface="Roboto Condensed Light"/>
                <a:ea typeface="Roboto Condensed Light"/>
                <a:cs typeface="Roboto Condensed Light"/>
                <a:sym typeface="Roboto Condensed Light"/>
              </a:rPr>
              <a:t> very detailed.</a:t>
            </a:r>
            <a:endParaRPr sz="12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6"/>
          <p:cNvSpPr txBox="1"/>
          <p:nvPr/>
        </p:nvSpPr>
        <p:spPr>
          <a:xfrm>
            <a:off x="4572000" y="593900"/>
            <a:ext cx="4572000" cy="45495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GB" sz="600" u="sng">
                <a:solidFill>
                  <a:schemeClr val="dk1"/>
                </a:solidFill>
                <a:latin typeface="Roboto Condensed"/>
                <a:ea typeface="Roboto Condensed"/>
                <a:cs typeface="Roboto Condensed"/>
                <a:sym typeface="Roboto Condensed"/>
              </a:rPr>
              <a:t>Video about facial recognition in Python: </a:t>
            </a:r>
            <a:endParaRPr b="1" sz="600" u="sng">
              <a:solidFill>
                <a:schemeClr val="dk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a:solidFill>
                  <a:schemeClr val="lt1"/>
                </a:solidFill>
                <a:latin typeface="Roboto Condensed"/>
                <a:ea typeface="Roboto Condensed"/>
                <a:cs typeface="Roboto Condensed"/>
                <a:sym typeface="Roboto Condensed"/>
              </a:rPr>
              <a:t>Description: This video covers the basics of using facial recognition in python.</a:t>
            </a:r>
            <a:endParaRPr b="1" sz="600" u="sng">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u="sng">
                <a:solidFill>
                  <a:schemeClr val="lt1"/>
                </a:solidFill>
                <a:latin typeface="Roboto Condensed"/>
                <a:ea typeface="Roboto Condensed"/>
                <a:cs typeface="Roboto Condensed"/>
                <a:sym typeface="Roboto Condensed"/>
                <a:hlinkClick r:id="rId3">
                  <a:extLst>
                    <a:ext uri="{A12FA001-AC4F-418D-AE19-62706E023703}">
                      <ahyp:hlinkClr val="tx"/>
                    </a:ext>
                  </a:extLst>
                </a:hlinkClick>
              </a:rPr>
              <a:t>https://www.youtube.com/watch?v=Y0dLgtF4IHM</a:t>
            </a:r>
            <a:r>
              <a:rPr b="1" lang="en-GB" sz="600">
                <a:solidFill>
                  <a:schemeClr val="lt1"/>
                </a:solidFill>
                <a:latin typeface="Roboto Condensed"/>
                <a:ea typeface="Roboto Condensed"/>
                <a:cs typeface="Roboto Condensed"/>
                <a:sym typeface="Roboto Condensed"/>
              </a:rPr>
              <a:t> </a:t>
            </a:r>
            <a:endParaRPr b="1" sz="6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u="sng">
                <a:solidFill>
                  <a:schemeClr val="dk1"/>
                </a:solidFill>
                <a:latin typeface="Roboto Condensed"/>
                <a:ea typeface="Roboto Condensed"/>
                <a:cs typeface="Roboto Condensed"/>
                <a:sym typeface="Roboto Condensed"/>
              </a:rPr>
              <a:t>How to scan fingerprints in Arduino:</a:t>
            </a:r>
            <a:endParaRPr b="1" sz="600" u="sng">
              <a:solidFill>
                <a:schemeClr val="dk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a:solidFill>
                  <a:schemeClr val="lt1"/>
                </a:solidFill>
                <a:latin typeface="Roboto Condensed"/>
                <a:ea typeface="Roboto Condensed"/>
                <a:cs typeface="Roboto Condensed"/>
                <a:sym typeface="Roboto Condensed"/>
              </a:rPr>
              <a:t>Description: This video covers the basics of how to scan a fingerprint using Arduino.</a:t>
            </a:r>
            <a:endParaRPr b="1" sz="6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a:solidFill>
                  <a:schemeClr val="lt1"/>
                </a:solidFill>
                <a:latin typeface="Roboto Condensed"/>
                <a:ea typeface="Roboto Condensed"/>
                <a:cs typeface="Roboto Condensed"/>
                <a:sym typeface="Roboto Condensed"/>
              </a:rPr>
              <a:t> </a:t>
            </a:r>
            <a:r>
              <a:rPr b="1" lang="en-GB" sz="600" u="sng">
                <a:solidFill>
                  <a:schemeClr val="lt1"/>
                </a:solidFill>
                <a:latin typeface="Roboto Condensed"/>
                <a:ea typeface="Roboto Condensed"/>
                <a:cs typeface="Roboto Condensed"/>
                <a:sym typeface="Roboto Condensed"/>
                <a:hlinkClick r:id="rId4">
                  <a:extLst>
                    <a:ext uri="{A12FA001-AC4F-418D-AE19-62706E023703}">
                      <ahyp:hlinkClr val="tx"/>
                    </a:ext>
                  </a:extLst>
                </a:hlinkClick>
              </a:rPr>
              <a:t>https://www.youtube.com/watch?v=3CdYJlfRT4M</a:t>
            </a:r>
            <a:r>
              <a:rPr b="1" lang="en-GB" sz="600">
                <a:solidFill>
                  <a:schemeClr val="lt1"/>
                </a:solidFill>
                <a:latin typeface="Roboto Condensed"/>
                <a:ea typeface="Roboto Condensed"/>
                <a:cs typeface="Roboto Condensed"/>
                <a:sym typeface="Roboto Condensed"/>
              </a:rPr>
              <a:t> </a:t>
            </a:r>
            <a:endParaRPr b="1" sz="6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u="sng">
                <a:solidFill>
                  <a:schemeClr val="dk1"/>
                </a:solidFill>
                <a:latin typeface="Roboto Condensed"/>
                <a:ea typeface="Roboto Condensed"/>
                <a:cs typeface="Roboto Condensed"/>
                <a:sym typeface="Roboto Condensed"/>
              </a:rPr>
              <a:t>How to use the fingerprint Arduino Scanner: </a:t>
            </a:r>
            <a:endParaRPr b="1" sz="600" u="sng">
              <a:solidFill>
                <a:schemeClr val="dk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a:solidFill>
                  <a:schemeClr val="lt1"/>
                </a:solidFill>
                <a:latin typeface="Roboto Condensed"/>
                <a:ea typeface="Roboto Condensed"/>
                <a:cs typeface="Roboto Condensed"/>
                <a:sym typeface="Roboto Condensed"/>
              </a:rPr>
              <a:t>Description: This video shows how to use an Arduino Scanner tool.</a:t>
            </a:r>
            <a:endParaRPr b="1" sz="6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u="sng">
                <a:solidFill>
                  <a:schemeClr val="lt1"/>
                </a:solidFill>
                <a:latin typeface="Roboto Condensed"/>
                <a:ea typeface="Roboto Condensed"/>
                <a:cs typeface="Roboto Condensed"/>
                <a:sym typeface="Roboto Condensed"/>
                <a:hlinkClick r:id="rId5">
                  <a:extLst>
                    <a:ext uri="{A12FA001-AC4F-418D-AE19-62706E023703}">
                      <ahyp:hlinkClr val="tx"/>
                    </a:ext>
                  </a:extLst>
                </a:hlinkClick>
              </a:rPr>
              <a:t>https://www.youtube.com/watch?v=ARCMkdLBLws&amp;pp=0gcJCfwAo7VqN5tD</a:t>
            </a:r>
            <a:r>
              <a:rPr b="1" lang="en-GB" sz="600">
                <a:solidFill>
                  <a:schemeClr val="lt1"/>
                </a:solidFill>
                <a:latin typeface="Roboto Condensed"/>
                <a:ea typeface="Roboto Condensed"/>
                <a:cs typeface="Roboto Condensed"/>
                <a:sym typeface="Roboto Condensed"/>
              </a:rPr>
              <a:t> </a:t>
            </a:r>
            <a:endParaRPr b="1" sz="6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u="sng">
                <a:solidFill>
                  <a:schemeClr val="dk1"/>
                </a:solidFill>
                <a:latin typeface="Roboto Condensed"/>
                <a:ea typeface="Roboto Condensed"/>
                <a:cs typeface="Roboto Condensed"/>
                <a:sym typeface="Roboto Condensed"/>
              </a:rPr>
              <a:t>How to create a facial recognition system in python: </a:t>
            </a:r>
            <a:endParaRPr b="1" sz="600" u="sng">
              <a:solidFill>
                <a:schemeClr val="dk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a:solidFill>
                  <a:schemeClr val="lt1"/>
                </a:solidFill>
                <a:latin typeface="Roboto Condensed"/>
                <a:ea typeface="Roboto Condensed"/>
                <a:cs typeface="Roboto Condensed"/>
                <a:sym typeface="Roboto Condensed"/>
              </a:rPr>
              <a:t>Description: This video shares how to create facial recognition using python (Should work in Thonny).</a:t>
            </a:r>
            <a:endParaRPr b="1" sz="6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u="sng">
                <a:solidFill>
                  <a:schemeClr val="lt1"/>
                </a:solidFill>
                <a:latin typeface="Roboto Condensed"/>
                <a:ea typeface="Roboto Condensed"/>
                <a:cs typeface="Roboto Condensed"/>
                <a:sym typeface="Roboto Condensed"/>
                <a:hlinkClick r:id="rId6">
                  <a:extLst>
                    <a:ext uri="{A12FA001-AC4F-418D-AE19-62706E023703}">
                      <ahyp:hlinkClr val="tx"/>
                    </a:ext>
                  </a:extLst>
                </a:hlinkClick>
              </a:rPr>
              <a:t>https://www.youtube.com/watch?v=vA-JiuYX--Y</a:t>
            </a:r>
            <a:endParaRPr b="1" sz="6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u="sng">
                <a:solidFill>
                  <a:schemeClr val="dk1"/>
                </a:solidFill>
                <a:latin typeface="Roboto Condensed"/>
                <a:ea typeface="Roboto Condensed"/>
                <a:cs typeface="Roboto Condensed"/>
                <a:sym typeface="Roboto Condensed"/>
              </a:rPr>
              <a:t>How to create a facial recognition system in arduino: </a:t>
            </a:r>
            <a:endParaRPr b="1" sz="600" u="sng">
              <a:solidFill>
                <a:schemeClr val="dk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a:solidFill>
                  <a:schemeClr val="lt1"/>
                </a:solidFill>
                <a:latin typeface="Roboto Condensed"/>
                <a:ea typeface="Roboto Condensed"/>
                <a:cs typeface="Roboto Condensed"/>
                <a:sym typeface="Roboto Condensed"/>
              </a:rPr>
              <a:t>Description: Same as the video above but for arduino.</a:t>
            </a:r>
            <a:endParaRPr b="1" sz="6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600" u="sng">
                <a:solidFill>
                  <a:schemeClr val="lt1"/>
                </a:solidFill>
                <a:latin typeface="Roboto Condensed"/>
                <a:ea typeface="Roboto Condensed"/>
                <a:cs typeface="Roboto Condensed"/>
                <a:sym typeface="Roboto Condensed"/>
                <a:hlinkClick r:id="rId7">
                  <a:extLst>
                    <a:ext uri="{A12FA001-AC4F-418D-AE19-62706E023703}">
                      <ahyp:hlinkClr val="tx"/>
                    </a:ext>
                  </a:extLst>
                </a:hlinkClick>
              </a:rPr>
              <a:t>https://www.youtube.com/watch?app=desktop&amp;v=hldWNSvZf1Q</a:t>
            </a:r>
            <a:r>
              <a:rPr b="1" lang="en-GB" sz="600">
                <a:solidFill>
                  <a:schemeClr val="lt1"/>
                </a:solidFill>
                <a:latin typeface="Roboto Condensed"/>
                <a:ea typeface="Roboto Condensed"/>
                <a:cs typeface="Roboto Condensed"/>
                <a:sym typeface="Roboto Condensed"/>
              </a:rPr>
              <a:t> </a:t>
            </a:r>
            <a:endParaRPr b="1" sz="6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1200"/>
              </a:spcAft>
              <a:buNone/>
            </a:pPr>
            <a:r>
              <a:t/>
            </a:r>
            <a:endParaRPr b="1" sz="600">
              <a:solidFill>
                <a:schemeClr val="lt1"/>
              </a:solidFill>
              <a:latin typeface="Roboto Condensed"/>
              <a:ea typeface="Roboto Condensed"/>
              <a:cs typeface="Roboto Condensed"/>
              <a:sym typeface="Roboto Condensed"/>
            </a:endParaRPr>
          </a:p>
        </p:txBody>
      </p:sp>
      <p:sp>
        <p:nvSpPr>
          <p:cNvPr id="658" name="Google Shape;658;p76"/>
          <p:cNvSpPr txBox="1"/>
          <p:nvPr/>
        </p:nvSpPr>
        <p:spPr>
          <a:xfrm>
            <a:off x="0" y="593925"/>
            <a:ext cx="4572000" cy="45495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GB" sz="900" u="sng">
                <a:solidFill>
                  <a:schemeClr val="dk1"/>
                </a:solidFill>
                <a:latin typeface="Roboto Condensed"/>
                <a:ea typeface="Roboto Condensed"/>
                <a:cs typeface="Roboto Condensed"/>
                <a:sym typeface="Roboto Condensed"/>
              </a:rPr>
              <a:t>How to create a finger scanning system in python: </a:t>
            </a:r>
            <a:endParaRPr b="1" sz="900" u="sng">
              <a:solidFill>
                <a:schemeClr val="dk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900">
                <a:solidFill>
                  <a:schemeClr val="lt1"/>
                </a:solidFill>
                <a:latin typeface="Roboto Condensed"/>
                <a:ea typeface="Roboto Condensed"/>
                <a:cs typeface="Roboto Condensed"/>
                <a:sym typeface="Roboto Condensed"/>
              </a:rPr>
              <a:t>Description: This video shares how to create fingerprint recognition using python (Should work in Thonny).</a:t>
            </a:r>
            <a:endParaRPr b="1" sz="9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900" u="sng">
                <a:solidFill>
                  <a:schemeClr val="lt1"/>
                </a:solidFill>
                <a:latin typeface="Roboto Condensed"/>
                <a:ea typeface="Roboto Condensed"/>
                <a:cs typeface="Roboto Condensed"/>
                <a:sym typeface="Roboto Condensed"/>
                <a:hlinkClick r:id="rId8">
                  <a:extLst>
                    <a:ext uri="{A12FA001-AC4F-418D-AE19-62706E023703}">
                      <ahyp:hlinkClr val="tx"/>
                    </a:ext>
                  </a:extLst>
                </a:hlinkClick>
              </a:rPr>
              <a:t>https://www.youtube.com/watch?v=IIvfqfKkiio</a:t>
            </a:r>
            <a:r>
              <a:rPr b="1" lang="en-GB" sz="900">
                <a:solidFill>
                  <a:schemeClr val="lt1"/>
                </a:solidFill>
                <a:latin typeface="Roboto Condensed"/>
                <a:ea typeface="Roboto Condensed"/>
                <a:cs typeface="Roboto Condensed"/>
                <a:sym typeface="Roboto Condensed"/>
              </a:rPr>
              <a:t>  </a:t>
            </a:r>
            <a:endParaRPr b="1" sz="9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900" u="sng">
                <a:solidFill>
                  <a:schemeClr val="dk1"/>
                </a:solidFill>
                <a:latin typeface="Roboto Condensed"/>
                <a:ea typeface="Roboto Condensed"/>
                <a:cs typeface="Roboto Condensed"/>
                <a:sym typeface="Roboto Condensed"/>
              </a:rPr>
              <a:t>How to create a finger scanner system in arduino: </a:t>
            </a:r>
            <a:endParaRPr b="1" sz="900" u="sng">
              <a:solidFill>
                <a:schemeClr val="dk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900">
                <a:solidFill>
                  <a:schemeClr val="lt1"/>
                </a:solidFill>
                <a:latin typeface="Roboto Condensed"/>
                <a:ea typeface="Roboto Condensed"/>
                <a:cs typeface="Roboto Condensed"/>
                <a:sym typeface="Roboto Condensed"/>
              </a:rPr>
              <a:t>Description: Same as the video above but for arduino.</a:t>
            </a:r>
            <a:endParaRPr b="1" sz="900" u="sng">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900" u="sng">
                <a:solidFill>
                  <a:schemeClr val="lt1"/>
                </a:solidFill>
                <a:latin typeface="Roboto Condensed"/>
                <a:ea typeface="Roboto Condensed"/>
                <a:cs typeface="Roboto Condensed"/>
                <a:sym typeface="Roboto Condensed"/>
                <a:hlinkClick r:id="rId9">
                  <a:extLst>
                    <a:ext uri="{A12FA001-AC4F-418D-AE19-62706E023703}">
                      <ahyp:hlinkClr val="tx"/>
                    </a:ext>
                  </a:extLst>
                </a:hlinkClick>
              </a:rPr>
              <a:t>https://www.youtube.com/watch?v=X6WnkEh0kHU</a:t>
            </a:r>
            <a:r>
              <a:rPr b="1" lang="en-GB" sz="900">
                <a:solidFill>
                  <a:schemeClr val="lt1"/>
                </a:solidFill>
                <a:latin typeface="Roboto Condensed"/>
                <a:ea typeface="Roboto Condensed"/>
                <a:cs typeface="Roboto Condensed"/>
                <a:sym typeface="Roboto Condensed"/>
              </a:rPr>
              <a:t> </a:t>
            </a:r>
            <a:endParaRPr b="1" sz="9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900" u="sng">
                <a:solidFill>
                  <a:schemeClr val="dk1"/>
                </a:solidFill>
                <a:latin typeface="Roboto Condensed"/>
                <a:ea typeface="Roboto Condensed"/>
                <a:cs typeface="Roboto Condensed"/>
                <a:sym typeface="Roboto Condensed"/>
              </a:rPr>
              <a:t>How does facial recognition work: </a:t>
            </a:r>
            <a:endParaRPr b="1" sz="900" u="sng">
              <a:solidFill>
                <a:schemeClr val="dk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900">
                <a:solidFill>
                  <a:schemeClr val="lt1"/>
                </a:solidFill>
                <a:latin typeface="Roboto Condensed"/>
                <a:ea typeface="Roboto Condensed"/>
                <a:cs typeface="Roboto Condensed"/>
                <a:sym typeface="Roboto Condensed"/>
              </a:rPr>
              <a:t>Description: Detailed video of how facial recognition works.</a:t>
            </a:r>
            <a:endParaRPr b="1" sz="9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900" u="sng">
                <a:solidFill>
                  <a:schemeClr val="lt1"/>
                </a:solidFill>
                <a:latin typeface="Roboto Condensed"/>
                <a:ea typeface="Roboto Condensed"/>
                <a:cs typeface="Roboto Condensed"/>
                <a:sym typeface="Roboto Condensed"/>
                <a:hlinkClick r:id="rId10">
                  <a:extLst>
                    <a:ext uri="{A12FA001-AC4F-418D-AE19-62706E023703}">
                      <ahyp:hlinkClr val="tx"/>
                    </a:ext>
                  </a:extLst>
                </a:hlinkClick>
              </a:rPr>
              <a:t>https://www.youtube.com/watch?v=9H72QbYqxXU</a:t>
            </a:r>
            <a:r>
              <a:rPr b="1" lang="en-GB" sz="900">
                <a:solidFill>
                  <a:schemeClr val="lt1"/>
                </a:solidFill>
                <a:latin typeface="Roboto Condensed"/>
                <a:ea typeface="Roboto Condensed"/>
                <a:cs typeface="Roboto Condensed"/>
                <a:sym typeface="Roboto Condensed"/>
              </a:rPr>
              <a:t> </a:t>
            </a:r>
            <a:endParaRPr b="1" sz="9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900" u="sng">
                <a:solidFill>
                  <a:schemeClr val="dk1"/>
                </a:solidFill>
                <a:latin typeface="Roboto Condensed"/>
                <a:ea typeface="Roboto Condensed"/>
                <a:cs typeface="Roboto Condensed"/>
                <a:sym typeface="Roboto Condensed"/>
              </a:rPr>
              <a:t>How does fingerprint recognition work: </a:t>
            </a:r>
            <a:endParaRPr b="1" sz="900" u="sng">
              <a:solidFill>
                <a:schemeClr val="dk1"/>
              </a:solidFill>
              <a:latin typeface="Roboto Condensed"/>
              <a:ea typeface="Roboto Condensed"/>
              <a:cs typeface="Roboto Condensed"/>
              <a:sym typeface="Roboto Condensed"/>
            </a:endParaRPr>
          </a:p>
          <a:p>
            <a:pPr indent="0" lvl="0" marL="0" rtl="0" algn="l">
              <a:lnSpc>
                <a:spcPct val="150000"/>
              </a:lnSpc>
              <a:spcBef>
                <a:spcPts val="1200"/>
              </a:spcBef>
              <a:spcAft>
                <a:spcPts val="0"/>
              </a:spcAft>
              <a:buNone/>
            </a:pPr>
            <a:r>
              <a:rPr b="1" lang="en-GB" sz="900">
                <a:solidFill>
                  <a:schemeClr val="lt1"/>
                </a:solidFill>
                <a:latin typeface="Roboto Condensed"/>
                <a:ea typeface="Roboto Condensed"/>
                <a:cs typeface="Roboto Condensed"/>
                <a:sym typeface="Roboto Condensed"/>
              </a:rPr>
              <a:t>Description: Detailed video of how fingerprint recognition works.</a:t>
            </a:r>
            <a:endParaRPr b="1" sz="900">
              <a:solidFill>
                <a:schemeClr val="lt1"/>
              </a:solidFill>
              <a:latin typeface="Roboto Condensed"/>
              <a:ea typeface="Roboto Condensed"/>
              <a:cs typeface="Roboto Condensed"/>
              <a:sym typeface="Roboto Condensed"/>
            </a:endParaRPr>
          </a:p>
          <a:p>
            <a:pPr indent="0" lvl="0" marL="0" rtl="0" algn="l">
              <a:lnSpc>
                <a:spcPct val="150000"/>
              </a:lnSpc>
              <a:spcBef>
                <a:spcPts val="1200"/>
              </a:spcBef>
              <a:spcAft>
                <a:spcPts val="1200"/>
              </a:spcAft>
              <a:buNone/>
            </a:pPr>
            <a:r>
              <a:rPr b="1" lang="en-GB" sz="900" u="sng">
                <a:solidFill>
                  <a:schemeClr val="lt1"/>
                </a:solidFill>
                <a:latin typeface="Roboto Condensed"/>
                <a:ea typeface="Roboto Condensed"/>
                <a:cs typeface="Roboto Condensed"/>
                <a:sym typeface="Roboto Condensed"/>
                <a:hlinkClick r:id="rId11">
                  <a:extLst>
                    <a:ext uri="{A12FA001-AC4F-418D-AE19-62706E023703}">
                      <ahyp:hlinkClr val="tx"/>
                    </a:ext>
                  </a:extLst>
                </a:hlinkClick>
              </a:rPr>
              <a:t>https://www.youtube.com/watch?v=BW2c-AlQkME</a:t>
            </a:r>
            <a:r>
              <a:rPr b="1" lang="en-GB" sz="900">
                <a:solidFill>
                  <a:schemeClr val="lt1"/>
                </a:solidFill>
                <a:latin typeface="Roboto Condensed"/>
                <a:ea typeface="Roboto Condensed"/>
                <a:cs typeface="Roboto Condensed"/>
                <a:sym typeface="Roboto Condensed"/>
              </a:rPr>
              <a:t> </a:t>
            </a:r>
            <a:endParaRPr b="1" sz="900">
              <a:solidFill>
                <a:schemeClr val="lt1"/>
              </a:solidFill>
              <a:latin typeface="Roboto Condensed"/>
              <a:ea typeface="Roboto Condensed"/>
              <a:cs typeface="Roboto Condensed"/>
              <a:sym typeface="Roboto Condensed"/>
            </a:endParaRPr>
          </a:p>
        </p:txBody>
      </p:sp>
      <p:sp>
        <p:nvSpPr>
          <p:cNvPr id="659" name="Google Shape;659;p76"/>
          <p:cNvSpPr txBox="1"/>
          <p:nvPr/>
        </p:nvSpPr>
        <p:spPr>
          <a:xfrm>
            <a:off x="3072000" y="162825"/>
            <a:ext cx="3000000" cy="431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50000"/>
              </a:lnSpc>
              <a:spcBef>
                <a:spcPts val="1200"/>
              </a:spcBef>
              <a:spcAft>
                <a:spcPts val="1200"/>
              </a:spcAft>
              <a:buNone/>
            </a:pPr>
            <a:r>
              <a:rPr b="1" lang="en-GB" sz="1600" u="sng">
                <a:solidFill>
                  <a:schemeClr val="lt1"/>
                </a:solidFill>
                <a:latin typeface="Roboto Condensed"/>
                <a:ea typeface="Roboto Condensed"/>
                <a:cs typeface="Roboto Condensed"/>
                <a:sym typeface="Roboto Condensed"/>
              </a:rPr>
              <a:t>Useful links/videos/websites:</a:t>
            </a:r>
            <a:endParaRPr b="1" sz="1600" u="sng">
              <a:solidFill>
                <a:schemeClr val="lt1"/>
              </a:solidFill>
              <a:latin typeface="Roboto Condensed"/>
              <a:ea typeface="Roboto Condensed"/>
              <a:cs typeface="Roboto Condensed"/>
              <a:sym typeface="Roboto Condensed"/>
            </a:endParaRPr>
          </a:p>
        </p:txBody>
      </p:sp>
      <p:pic>
        <p:nvPicPr>
          <p:cNvPr id="660" name="Google Shape;660;p76"/>
          <p:cNvPicPr preferRelativeResize="0"/>
          <p:nvPr/>
        </p:nvPicPr>
        <p:blipFill>
          <a:blip r:embed="rId12">
            <a:alphaModFix/>
          </a:blip>
          <a:stretch>
            <a:fillRect/>
          </a:stretch>
        </p:blipFill>
        <p:spPr>
          <a:xfrm>
            <a:off x="7424925" y="4551674"/>
            <a:ext cx="1601075" cy="480322"/>
          </a:xfrm>
          <a:prstGeom prst="rect">
            <a:avLst/>
          </a:prstGeom>
          <a:noFill/>
          <a:ln cap="flat" cmpd="sng" w="19050">
            <a:solidFill>
              <a:schemeClr val="dk1"/>
            </a:solidFill>
            <a:prstDash val="solid"/>
            <a:round/>
            <a:headEnd len="sm" w="sm" type="none"/>
            <a:tailEnd len="sm" w="sm" type="none"/>
          </a:ln>
        </p:spPr>
      </p:pic>
      <p:sp>
        <p:nvSpPr>
          <p:cNvPr id="661" name="Google Shape;661;p76"/>
          <p:cNvSpPr txBox="1"/>
          <p:nvPr/>
        </p:nvSpPr>
        <p:spPr>
          <a:xfrm>
            <a:off x="8052854" y="45151"/>
            <a:ext cx="891000" cy="1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George</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77"/>
          <p:cNvSpPr txBox="1"/>
          <p:nvPr>
            <p:ph type="ctrTitle"/>
          </p:nvPr>
        </p:nvSpPr>
        <p:spPr>
          <a:xfrm flipH="1">
            <a:off x="4983250" y="219200"/>
            <a:ext cx="3179700" cy="1232400"/>
          </a:xfrm>
          <a:prstGeom prst="rect">
            <a:avLst/>
          </a:prstGeom>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3700"/>
              <a:t>What is needed for ClassView ID:</a:t>
            </a:r>
            <a:endParaRPr sz="3700"/>
          </a:p>
        </p:txBody>
      </p:sp>
      <p:sp>
        <p:nvSpPr>
          <p:cNvPr id="667" name="Google Shape;667;p77"/>
          <p:cNvSpPr txBox="1"/>
          <p:nvPr/>
        </p:nvSpPr>
        <p:spPr>
          <a:xfrm>
            <a:off x="623350" y="312044"/>
            <a:ext cx="3476700" cy="1262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lnSpc>
                <a:spcPct val="150000"/>
              </a:lnSpc>
              <a:spcBef>
                <a:spcPts val="1200"/>
              </a:spcBef>
              <a:spcAft>
                <a:spcPts val="0"/>
              </a:spcAft>
              <a:buClr>
                <a:schemeClr val="dk1"/>
              </a:buClr>
              <a:buSzPts val="1000"/>
              <a:buFont typeface="Roboto Condensed"/>
              <a:buChar char="●"/>
            </a:pPr>
            <a:r>
              <a:rPr b="1" lang="en-GB" sz="1000">
                <a:solidFill>
                  <a:schemeClr val="dk1"/>
                </a:solidFill>
                <a:latin typeface="Roboto Condensed"/>
                <a:ea typeface="Roboto Condensed"/>
                <a:cs typeface="Roboto Condensed"/>
                <a:sym typeface="Roboto Condensed"/>
              </a:rPr>
              <a:t>Hardware (simulated or real):</a:t>
            </a:r>
            <a:endParaRPr b="1" sz="1000">
              <a:solidFill>
                <a:schemeClr val="dk1"/>
              </a:solidFill>
              <a:latin typeface="Roboto Condensed"/>
              <a:ea typeface="Roboto Condensed"/>
              <a:cs typeface="Roboto Condensed"/>
              <a:sym typeface="Roboto Condensed"/>
            </a:endParaRPr>
          </a:p>
          <a:p>
            <a:pPr indent="-292100" lvl="0" marL="457200" rtl="0" algn="l">
              <a:lnSpc>
                <a:spcPct val="150000"/>
              </a:lnSpc>
              <a:spcBef>
                <a:spcPts val="0"/>
              </a:spcBef>
              <a:spcAft>
                <a:spcPts val="0"/>
              </a:spcAft>
              <a:buClr>
                <a:schemeClr val="lt1"/>
              </a:buClr>
              <a:buSzPts val="1000"/>
              <a:buFont typeface="Roboto Condensed"/>
              <a:buChar char="-"/>
            </a:pPr>
            <a:r>
              <a:rPr b="1" lang="en-GB" sz="1000">
                <a:solidFill>
                  <a:schemeClr val="lt1"/>
                </a:solidFill>
                <a:latin typeface="Roboto Condensed"/>
                <a:ea typeface="Roboto Condensed"/>
                <a:cs typeface="Roboto Condensed"/>
                <a:sym typeface="Roboto Condensed"/>
              </a:rPr>
              <a:t>Webcam or security camera</a:t>
            </a:r>
            <a:endParaRPr b="1" sz="1000">
              <a:solidFill>
                <a:schemeClr val="lt1"/>
              </a:solidFill>
              <a:latin typeface="Roboto Condensed"/>
              <a:ea typeface="Roboto Condensed"/>
              <a:cs typeface="Roboto Condensed"/>
              <a:sym typeface="Roboto Condensed"/>
            </a:endParaRPr>
          </a:p>
          <a:p>
            <a:pPr indent="-292100" lvl="0" marL="457200" rtl="0" algn="l">
              <a:lnSpc>
                <a:spcPct val="150000"/>
              </a:lnSpc>
              <a:spcBef>
                <a:spcPts val="0"/>
              </a:spcBef>
              <a:spcAft>
                <a:spcPts val="0"/>
              </a:spcAft>
              <a:buClr>
                <a:schemeClr val="lt1"/>
              </a:buClr>
              <a:buSzPts val="1000"/>
              <a:buFont typeface="Roboto Condensed"/>
              <a:buChar char="-"/>
            </a:pPr>
            <a:r>
              <a:rPr b="1" lang="en-GB" sz="1000">
                <a:solidFill>
                  <a:schemeClr val="lt1"/>
                </a:solidFill>
                <a:latin typeface="Roboto Condensed"/>
                <a:ea typeface="Roboto Condensed"/>
                <a:cs typeface="Roboto Condensed"/>
                <a:sym typeface="Roboto Condensed"/>
              </a:rPr>
              <a:t>Button or some kind of RFID sensor (to simulate hand scan)</a:t>
            </a:r>
            <a:endParaRPr b="1" sz="1000">
              <a:solidFill>
                <a:schemeClr val="lt1"/>
              </a:solidFill>
              <a:latin typeface="Roboto Condensed"/>
              <a:ea typeface="Roboto Condensed"/>
              <a:cs typeface="Roboto Condensed"/>
              <a:sym typeface="Roboto Condensed"/>
            </a:endParaRPr>
          </a:p>
          <a:p>
            <a:pPr indent="-292100" lvl="0" marL="457200" rtl="0" algn="l">
              <a:lnSpc>
                <a:spcPct val="150000"/>
              </a:lnSpc>
              <a:spcBef>
                <a:spcPts val="0"/>
              </a:spcBef>
              <a:spcAft>
                <a:spcPts val="0"/>
              </a:spcAft>
              <a:buClr>
                <a:schemeClr val="lt1"/>
              </a:buClr>
              <a:buSzPts val="1000"/>
              <a:buFont typeface="Roboto Condensed"/>
              <a:buChar char="-"/>
            </a:pPr>
            <a:r>
              <a:rPr b="1" lang="en-GB" sz="1000">
                <a:solidFill>
                  <a:schemeClr val="lt1"/>
                </a:solidFill>
                <a:latin typeface="Roboto Condensed"/>
                <a:ea typeface="Roboto Condensed"/>
                <a:cs typeface="Roboto Condensed"/>
                <a:sym typeface="Roboto Condensed"/>
              </a:rPr>
              <a:t>Wires to connect features together.</a:t>
            </a:r>
            <a:endParaRPr b="1" sz="1000">
              <a:solidFill>
                <a:schemeClr val="lt1"/>
              </a:solidFill>
              <a:latin typeface="Roboto Condensed"/>
              <a:ea typeface="Roboto Condensed"/>
              <a:cs typeface="Roboto Condensed"/>
              <a:sym typeface="Roboto Condensed"/>
            </a:endParaRPr>
          </a:p>
        </p:txBody>
      </p:sp>
      <p:sp>
        <p:nvSpPr>
          <p:cNvPr id="668" name="Google Shape;668;p77"/>
          <p:cNvSpPr txBox="1"/>
          <p:nvPr/>
        </p:nvSpPr>
        <p:spPr>
          <a:xfrm>
            <a:off x="861700" y="3539750"/>
            <a:ext cx="3000000" cy="1493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lnSpc>
                <a:spcPct val="150000"/>
              </a:lnSpc>
              <a:spcBef>
                <a:spcPts val="1200"/>
              </a:spcBef>
              <a:spcAft>
                <a:spcPts val="0"/>
              </a:spcAft>
              <a:buClr>
                <a:schemeClr val="dk1"/>
              </a:buClr>
              <a:buSzPts val="1000"/>
              <a:buFont typeface="Roboto Condensed"/>
              <a:buChar char="●"/>
            </a:pPr>
            <a:r>
              <a:rPr b="1" lang="en-GB" sz="1000">
                <a:solidFill>
                  <a:schemeClr val="dk1"/>
                </a:solidFill>
                <a:latin typeface="Roboto Condensed"/>
                <a:ea typeface="Roboto Condensed"/>
                <a:cs typeface="Roboto Condensed"/>
                <a:sym typeface="Roboto Condensed"/>
              </a:rPr>
              <a:t>Tools:</a:t>
            </a:r>
            <a:endParaRPr b="1" sz="1000">
              <a:solidFill>
                <a:schemeClr val="dk1"/>
              </a:solidFill>
              <a:latin typeface="Roboto Condensed"/>
              <a:ea typeface="Roboto Condensed"/>
              <a:cs typeface="Roboto Condensed"/>
              <a:sym typeface="Roboto Condensed"/>
            </a:endParaRPr>
          </a:p>
          <a:p>
            <a:pPr indent="-292100" lvl="0" marL="457200" rtl="0" algn="l">
              <a:lnSpc>
                <a:spcPct val="150000"/>
              </a:lnSpc>
              <a:spcBef>
                <a:spcPts val="0"/>
              </a:spcBef>
              <a:spcAft>
                <a:spcPts val="0"/>
              </a:spcAft>
              <a:buClr>
                <a:schemeClr val="lt1"/>
              </a:buClr>
              <a:buSzPts val="1000"/>
              <a:buFont typeface="Roboto Condensed"/>
              <a:buChar char="-"/>
            </a:pPr>
            <a:r>
              <a:rPr b="1" lang="en-GB" sz="1000">
                <a:solidFill>
                  <a:schemeClr val="lt1"/>
                </a:solidFill>
                <a:latin typeface="Roboto Condensed"/>
                <a:ea typeface="Roboto Condensed"/>
                <a:cs typeface="Roboto Condensed"/>
                <a:sym typeface="Roboto Condensed"/>
              </a:rPr>
              <a:t>Screwdriver</a:t>
            </a:r>
            <a:endParaRPr b="1" sz="1000">
              <a:solidFill>
                <a:schemeClr val="lt1"/>
              </a:solidFill>
              <a:latin typeface="Roboto Condensed"/>
              <a:ea typeface="Roboto Condensed"/>
              <a:cs typeface="Roboto Condensed"/>
              <a:sym typeface="Roboto Condensed"/>
            </a:endParaRPr>
          </a:p>
          <a:p>
            <a:pPr indent="-292100" lvl="0" marL="457200" rtl="0" algn="l">
              <a:lnSpc>
                <a:spcPct val="150000"/>
              </a:lnSpc>
              <a:spcBef>
                <a:spcPts val="0"/>
              </a:spcBef>
              <a:spcAft>
                <a:spcPts val="0"/>
              </a:spcAft>
              <a:buClr>
                <a:schemeClr val="lt1"/>
              </a:buClr>
              <a:buSzPts val="1000"/>
              <a:buFont typeface="Roboto Condensed"/>
              <a:buChar char="-"/>
            </a:pPr>
            <a:r>
              <a:rPr b="1" lang="en-GB" sz="1000">
                <a:solidFill>
                  <a:schemeClr val="lt1"/>
                </a:solidFill>
                <a:latin typeface="Roboto Condensed"/>
                <a:ea typeface="Roboto Condensed"/>
                <a:cs typeface="Roboto Condensed"/>
                <a:sym typeface="Roboto Condensed"/>
              </a:rPr>
              <a:t>Wire strippers</a:t>
            </a:r>
            <a:endParaRPr b="1" sz="1000">
              <a:solidFill>
                <a:schemeClr val="lt1"/>
              </a:solidFill>
              <a:latin typeface="Roboto Condensed"/>
              <a:ea typeface="Roboto Condensed"/>
              <a:cs typeface="Roboto Condensed"/>
              <a:sym typeface="Roboto Condensed"/>
            </a:endParaRPr>
          </a:p>
          <a:p>
            <a:pPr indent="-292100" lvl="0" marL="457200" rtl="0" algn="l">
              <a:lnSpc>
                <a:spcPct val="150000"/>
              </a:lnSpc>
              <a:spcBef>
                <a:spcPts val="0"/>
              </a:spcBef>
              <a:spcAft>
                <a:spcPts val="0"/>
              </a:spcAft>
              <a:buClr>
                <a:schemeClr val="lt1"/>
              </a:buClr>
              <a:buSzPts val="1000"/>
              <a:buFont typeface="Roboto Condensed"/>
              <a:buChar char="-"/>
            </a:pPr>
            <a:r>
              <a:rPr b="1" lang="en-GB" sz="1000">
                <a:solidFill>
                  <a:schemeClr val="lt1"/>
                </a:solidFill>
                <a:latin typeface="Roboto Condensed"/>
                <a:ea typeface="Roboto Condensed"/>
                <a:cs typeface="Roboto Condensed"/>
                <a:sym typeface="Roboto Condensed"/>
              </a:rPr>
              <a:t>Soldering iron and solder (optional)</a:t>
            </a:r>
            <a:endParaRPr b="1" sz="1000">
              <a:solidFill>
                <a:schemeClr val="lt1"/>
              </a:solidFill>
              <a:latin typeface="Roboto Condensed"/>
              <a:ea typeface="Roboto Condensed"/>
              <a:cs typeface="Roboto Condensed"/>
              <a:sym typeface="Roboto Condensed"/>
            </a:endParaRPr>
          </a:p>
          <a:p>
            <a:pPr indent="-292100" lvl="0" marL="457200" rtl="0" algn="l">
              <a:lnSpc>
                <a:spcPct val="150000"/>
              </a:lnSpc>
              <a:spcBef>
                <a:spcPts val="0"/>
              </a:spcBef>
              <a:spcAft>
                <a:spcPts val="0"/>
              </a:spcAft>
              <a:buClr>
                <a:schemeClr val="lt1"/>
              </a:buClr>
              <a:buSzPts val="1000"/>
              <a:buFont typeface="Roboto Condensed"/>
              <a:buChar char="-"/>
            </a:pPr>
            <a:r>
              <a:rPr b="1" lang="en-GB" sz="1000">
                <a:solidFill>
                  <a:schemeClr val="lt1"/>
                </a:solidFill>
                <a:latin typeface="Roboto Condensed"/>
                <a:ea typeface="Roboto Condensed"/>
                <a:cs typeface="Roboto Condensed"/>
                <a:sym typeface="Roboto Condensed"/>
              </a:rPr>
              <a:t>Hot glue gun</a:t>
            </a:r>
            <a:endParaRPr b="1" sz="1000">
              <a:solidFill>
                <a:schemeClr val="lt1"/>
              </a:solidFill>
              <a:latin typeface="Roboto Condensed"/>
              <a:ea typeface="Roboto Condensed"/>
              <a:cs typeface="Roboto Condensed"/>
              <a:sym typeface="Roboto Condensed"/>
            </a:endParaRPr>
          </a:p>
          <a:p>
            <a:pPr indent="-292100" lvl="0" marL="457200" rtl="0" algn="l">
              <a:lnSpc>
                <a:spcPct val="150000"/>
              </a:lnSpc>
              <a:spcBef>
                <a:spcPts val="0"/>
              </a:spcBef>
              <a:spcAft>
                <a:spcPts val="0"/>
              </a:spcAft>
              <a:buClr>
                <a:schemeClr val="lt1"/>
              </a:buClr>
              <a:buSzPts val="1000"/>
              <a:buFont typeface="Roboto Condensed"/>
              <a:buChar char="-"/>
            </a:pPr>
            <a:r>
              <a:rPr b="1" lang="en-GB" sz="1000">
                <a:solidFill>
                  <a:schemeClr val="lt1"/>
                </a:solidFill>
                <a:latin typeface="Roboto Condensed"/>
                <a:ea typeface="Roboto Condensed"/>
                <a:cs typeface="Roboto Condensed"/>
                <a:sym typeface="Roboto Condensed"/>
              </a:rPr>
              <a:t>Measuring tape or ruler</a:t>
            </a:r>
            <a:endParaRPr b="1" sz="1000">
              <a:solidFill>
                <a:schemeClr val="lt1"/>
              </a:solidFill>
              <a:latin typeface="Roboto Condensed"/>
              <a:ea typeface="Roboto Condensed"/>
              <a:cs typeface="Roboto Condensed"/>
              <a:sym typeface="Roboto Condensed"/>
            </a:endParaRPr>
          </a:p>
        </p:txBody>
      </p:sp>
      <p:sp>
        <p:nvSpPr>
          <p:cNvPr id="669" name="Google Shape;669;p77"/>
          <p:cNvSpPr txBox="1"/>
          <p:nvPr/>
        </p:nvSpPr>
        <p:spPr>
          <a:xfrm>
            <a:off x="861690" y="1925909"/>
            <a:ext cx="3000000" cy="1262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lnSpc>
                <a:spcPct val="150000"/>
              </a:lnSpc>
              <a:spcBef>
                <a:spcPts val="1200"/>
              </a:spcBef>
              <a:spcAft>
                <a:spcPts val="0"/>
              </a:spcAft>
              <a:buClr>
                <a:schemeClr val="dk1"/>
              </a:buClr>
              <a:buSzPts val="1000"/>
              <a:buFont typeface="Roboto Condensed"/>
              <a:buChar char="●"/>
            </a:pPr>
            <a:r>
              <a:rPr b="1" lang="en-GB" sz="1000">
                <a:solidFill>
                  <a:schemeClr val="dk1"/>
                </a:solidFill>
                <a:latin typeface="Roboto Condensed"/>
                <a:ea typeface="Roboto Condensed"/>
                <a:cs typeface="Roboto Condensed"/>
                <a:sym typeface="Roboto Condensed"/>
              </a:rPr>
              <a:t>Ways to store/documentation:</a:t>
            </a:r>
            <a:endParaRPr b="1" sz="1000">
              <a:solidFill>
                <a:schemeClr val="dk1"/>
              </a:solidFill>
              <a:latin typeface="Roboto Condensed"/>
              <a:ea typeface="Roboto Condensed"/>
              <a:cs typeface="Roboto Condensed"/>
              <a:sym typeface="Roboto Condensed"/>
            </a:endParaRPr>
          </a:p>
          <a:p>
            <a:pPr indent="-292100" lvl="0" marL="457200" rtl="0" algn="l">
              <a:lnSpc>
                <a:spcPct val="150000"/>
              </a:lnSpc>
              <a:spcBef>
                <a:spcPts val="0"/>
              </a:spcBef>
              <a:spcAft>
                <a:spcPts val="0"/>
              </a:spcAft>
              <a:buClr>
                <a:schemeClr val="lt1"/>
              </a:buClr>
              <a:buSzPts val="1000"/>
              <a:buFont typeface="Roboto Condensed"/>
              <a:buChar char="-"/>
            </a:pPr>
            <a:r>
              <a:rPr b="1" lang="en-GB" sz="1000">
                <a:solidFill>
                  <a:schemeClr val="lt1"/>
                </a:solidFill>
                <a:latin typeface="Roboto Condensed"/>
                <a:ea typeface="Roboto Condensed"/>
                <a:cs typeface="Roboto Condensed"/>
                <a:sym typeface="Roboto Condensed"/>
              </a:rPr>
              <a:t>Google Docs (for pseudocode, planning)</a:t>
            </a:r>
            <a:endParaRPr b="1" sz="1000">
              <a:solidFill>
                <a:schemeClr val="lt1"/>
              </a:solidFill>
              <a:latin typeface="Roboto Condensed"/>
              <a:ea typeface="Roboto Condensed"/>
              <a:cs typeface="Roboto Condensed"/>
              <a:sym typeface="Roboto Condensed"/>
            </a:endParaRPr>
          </a:p>
          <a:p>
            <a:pPr indent="-292100" lvl="0" marL="457200" rtl="0" algn="l">
              <a:lnSpc>
                <a:spcPct val="150000"/>
              </a:lnSpc>
              <a:spcBef>
                <a:spcPts val="0"/>
              </a:spcBef>
              <a:spcAft>
                <a:spcPts val="0"/>
              </a:spcAft>
              <a:buClr>
                <a:schemeClr val="lt1"/>
              </a:buClr>
              <a:buSzPts val="1000"/>
              <a:buFont typeface="Roboto Condensed"/>
              <a:buChar char="-"/>
            </a:pPr>
            <a:r>
              <a:rPr b="1" lang="en-GB" sz="1000">
                <a:solidFill>
                  <a:schemeClr val="lt1"/>
                </a:solidFill>
                <a:latin typeface="Roboto Condensed"/>
                <a:ea typeface="Roboto Condensed"/>
                <a:cs typeface="Roboto Condensed"/>
                <a:sym typeface="Roboto Condensed"/>
              </a:rPr>
              <a:t>Diagrams (flowcharts, system layout)</a:t>
            </a:r>
            <a:endParaRPr b="1" sz="1000">
              <a:solidFill>
                <a:schemeClr val="lt1"/>
              </a:solidFill>
              <a:latin typeface="Roboto Condensed"/>
              <a:ea typeface="Roboto Condensed"/>
              <a:cs typeface="Roboto Condensed"/>
              <a:sym typeface="Roboto Condensed"/>
            </a:endParaRPr>
          </a:p>
          <a:p>
            <a:pPr indent="-292100" lvl="0" marL="457200" rtl="0" algn="l">
              <a:lnSpc>
                <a:spcPct val="150000"/>
              </a:lnSpc>
              <a:spcBef>
                <a:spcPts val="0"/>
              </a:spcBef>
              <a:spcAft>
                <a:spcPts val="0"/>
              </a:spcAft>
              <a:buClr>
                <a:schemeClr val="lt1"/>
              </a:buClr>
              <a:buSzPts val="1000"/>
              <a:buFont typeface="Roboto Condensed"/>
              <a:buChar char="-"/>
            </a:pPr>
            <a:r>
              <a:rPr b="1" lang="en-GB" sz="1000">
                <a:solidFill>
                  <a:schemeClr val="lt1"/>
                </a:solidFill>
                <a:latin typeface="Roboto Condensed"/>
                <a:ea typeface="Roboto Condensed"/>
                <a:cs typeface="Roboto Condensed"/>
                <a:sym typeface="Roboto Condensed"/>
              </a:rPr>
              <a:t>Microsoft Excel (In database format)</a:t>
            </a:r>
            <a:endParaRPr b="1" sz="1000">
              <a:solidFill>
                <a:schemeClr val="lt1"/>
              </a:solidFill>
              <a:latin typeface="Roboto Condensed"/>
              <a:ea typeface="Roboto Condensed"/>
              <a:cs typeface="Roboto Condensed"/>
              <a:sym typeface="Roboto Condensed"/>
            </a:endParaRPr>
          </a:p>
          <a:p>
            <a:pPr indent="-292100" lvl="0" marL="457200" rtl="0" algn="l">
              <a:lnSpc>
                <a:spcPct val="150000"/>
              </a:lnSpc>
              <a:spcBef>
                <a:spcPts val="0"/>
              </a:spcBef>
              <a:spcAft>
                <a:spcPts val="0"/>
              </a:spcAft>
              <a:buClr>
                <a:schemeClr val="lt1"/>
              </a:buClr>
              <a:buSzPts val="1000"/>
              <a:buFont typeface="Roboto Condensed"/>
              <a:buChar char="-"/>
            </a:pPr>
            <a:r>
              <a:rPr b="1" lang="en-GB" sz="1000">
                <a:solidFill>
                  <a:schemeClr val="lt1"/>
                </a:solidFill>
                <a:latin typeface="Roboto Condensed"/>
                <a:ea typeface="Roboto Condensed"/>
                <a:cs typeface="Roboto Condensed"/>
                <a:sym typeface="Roboto Condensed"/>
              </a:rPr>
              <a:t>Microsoft Access (In database format)</a:t>
            </a:r>
            <a:endParaRPr b="1" sz="1000">
              <a:solidFill>
                <a:schemeClr val="lt1"/>
              </a:solidFill>
              <a:latin typeface="Roboto Condensed"/>
              <a:ea typeface="Roboto Condensed"/>
              <a:cs typeface="Roboto Condensed"/>
              <a:sym typeface="Roboto Condensed"/>
            </a:endParaRPr>
          </a:p>
        </p:txBody>
      </p:sp>
      <p:sp>
        <p:nvSpPr>
          <p:cNvPr id="670" name="Google Shape;670;p77"/>
          <p:cNvSpPr txBox="1"/>
          <p:nvPr/>
        </p:nvSpPr>
        <p:spPr>
          <a:xfrm>
            <a:off x="5219175" y="2646962"/>
            <a:ext cx="3000000" cy="23859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lnSpc>
                <a:spcPct val="150000"/>
              </a:lnSpc>
              <a:spcBef>
                <a:spcPts val="1200"/>
              </a:spcBef>
              <a:spcAft>
                <a:spcPts val="0"/>
              </a:spcAft>
              <a:buClr>
                <a:schemeClr val="dk1"/>
              </a:buClr>
              <a:buSzPts val="1100"/>
              <a:buFont typeface="Roboto Condensed"/>
              <a:buChar char="●"/>
            </a:pPr>
            <a:r>
              <a:rPr b="1" lang="en-GB" sz="1100">
                <a:solidFill>
                  <a:schemeClr val="dk1"/>
                </a:solidFill>
                <a:latin typeface="Roboto Condensed"/>
                <a:ea typeface="Roboto Condensed"/>
                <a:cs typeface="Roboto Condensed"/>
                <a:sym typeface="Roboto Condensed"/>
              </a:rPr>
              <a:t>Software:</a:t>
            </a:r>
            <a:endParaRPr b="1" sz="1100">
              <a:solidFill>
                <a:schemeClr val="dk1"/>
              </a:solidFill>
              <a:latin typeface="Roboto Condensed"/>
              <a:ea typeface="Roboto Condensed"/>
              <a:cs typeface="Roboto Condensed"/>
              <a:sym typeface="Roboto Condensed"/>
            </a:endParaRPr>
          </a:p>
          <a:p>
            <a:pPr indent="-298450" lvl="0" marL="457200" rtl="0" algn="l">
              <a:lnSpc>
                <a:spcPct val="150000"/>
              </a:lnSpc>
              <a:spcBef>
                <a:spcPts val="0"/>
              </a:spcBef>
              <a:spcAft>
                <a:spcPts val="0"/>
              </a:spcAft>
              <a:buClr>
                <a:schemeClr val="lt1"/>
              </a:buClr>
              <a:buSzPts val="1100"/>
              <a:buFont typeface="Roboto Condensed"/>
              <a:buChar char="-"/>
            </a:pPr>
            <a:r>
              <a:rPr b="1" lang="en-GB" sz="1100">
                <a:solidFill>
                  <a:schemeClr val="lt1"/>
                </a:solidFill>
                <a:latin typeface="Roboto Condensed"/>
                <a:ea typeface="Roboto Condensed"/>
                <a:cs typeface="Roboto Condensed"/>
                <a:sym typeface="Roboto Condensed"/>
              </a:rPr>
              <a:t>Python for the code</a:t>
            </a:r>
            <a:endParaRPr b="1" sz="1100">
              <a:solidFill>
                <a:schemeClr val="lt1"/>
              </a:solidFill>
              <a:latin typeface="Roboto Condensed"/>
              <a:ea typeface="Roboto Condensed"/>
              <a:cs typeface="Roboto Condensed"/>
              <a:sym typeface="Roboto Condensed"/>
            </a:endParaRPr>
          </a:p>
          <a:p>
            <a:pPr indent="-298450" lvl="0" marL="457200" rtl="0" algn="l">
              <a:lnSpc>
                <a:spcPct val="150000"/>
              </a:lnSpc>
              <a:spcBef>
                <a:spcPts val="0"/>
              </a:spcBef>
              <a:spcAft>
                <a:spcPts val="0"/>
              </a:spcAft>
              <a:buClr>
                <a:schemeClr val="lt1"/>
              </a:buClr>
              <a:buSzPts val="1100"/>
              <a:buFont typeface="Roboto Condensed"/>
              <a:buChar char="-"/>
            </a:pPr>
            <a:r>
              <a:rPr b="1" lang="en-GB" sz="1100">
                <a:solidFill>
                  <a:schemeClr val="lt1"/>
                </a:solidFill>
                <a:latin typeface="Roboto Condensed"/>
                <a:ea typeface="Roboto Condensed"/>
                <a:cs typeface="Roboto Condensed"/>
                <a:sym typeface="Roboto Condensed"/>
              </a:rPr>
              <a:t>Possibly some kind of security system to protect the data</a:t>
            </a:r>
            <a:endParaRPr b="1" sz="1100">
              <a:solidFill>
                <a:schemeClr val="lt1"/>
              </a:solidFill>
              <a:latin typeface="Roboto Condensed"/>
              <a:ea typeface="Roboto Condensed"/>
              <a:cs typeface="Roboto Condensed"/>
              <a:sym typeface="Roboto Condensed"/>
            </a:endParaRPr>
          </a:p>
          <a:p>
            <a:pPr indent="-298450" lvl="0" marL="457200" rtl="0" algn="l">
              <a:lnSpc>
                <a:spcPct val="150000"/>
              </a:lnSpc>
              <a:spcBef>
                <a:spcPts val="0"/>
              </a:spcBef>
              <a:spcAft>
                <a:spcPts val="0"/>
              </a:spcAft>
              <a:buClr>
                <a:schemeClr val="lt1"/>
              </a:buClr>
              <a:buSzPts val="1100"/>
              <a:buFont typeface="Roboto Condensed"/>
              <a:buChar char="-"/>
            </a:pPr>
            <a:r>
              <a:rPr b="1" lang="en-GB" sz="1100">
                <a:solidFill>
                  <a:schemeClr val="lt1"/>
                </a:solidFill>
                <a:latin typeface="Roboto Condensed"/>
                <a:ea typeface="Roboto Condensed"/>
                <a:cs typeface="Roboto Condensed"/>
                <a:sym typeface="Roboto Condensed"/>
              </a:rPr>
              <a:t>A face/fingerprint recognition library (Stores the data on students.)</a:t>
            </a:r>
            <a:endParaRPr b="1" sz="1100">
              <a:solidFill>
                <a:schemeClr val="lt1"/>
              </a:solidFill>
              <a:latin typeface="Roboto Condensed"/>
              <a:ea typeface="Roboto Condensed"/>
              <a:cs typeface="Roboto Condensed"/>
              <a:sym typeface="Roboto Condensed"/>
            </a:endParaRPr>
          </a:p>
          <a:p>
            <a:pPr indent="-298450" lvl="0" marL="457200" rtl="0" algn="l">
              <a:lnSpc>
                <a:spcPct val="150000"/>
              </a:lnSpc>
              <a:spcBef>
                <a:spcPts val="0"/>
              </a:spcBef>
              <a:spcAft>
                <a:spcPts val="0"/>
              </a:spcAft>
              <a:buClr>
                <a:schemeClr val="lt1"/>
              </a:buClr>
              <a:buSzPts val="1100"/>
              <a:buFont typeface="Roboto Condensed"/>
              <a:buChar char="-"/>
            </a:pPr>
            <a:r>
              <a:rPr b="1" lang="en-GB" sz="1100">
                <a:solidFill>
                  <a:schemeClr val="lt1"/>
                </a:solidFill>
                <a:latin typeface="Roboto Condensed"/>
                <a:ea typeface="Roboto Condensed"/>
                <a:cs typeface="Roboto Condensed"/>
                <a:sym typeface="Roboto Condensed"/>
              </a:rPr>
              <a:t>Google Sheets (for attendance logs) Data will have to be exported onto compass, as compass is a closed app.</a:t>
            </a:r>
            <a:endParaRPr b="1" sz="1100">
              <a:solidFill>
                <a:schemeClr val="lt1"/>
              </a:solidFill>
              <a:latin typeface="Roboto Condensed"/>
              <a:ea typeface="Roboto Condensed"/>
              <a:cs typeface="Roboto Condensed"/>
              <a:sym typeface="Roboto Condensed"/>
            </a:endParaRPr>
          </a:p>
        </p:txBody>
      </p:sp>
      <p:pic>
        <p:nvPicPr>
          <p:cNvPr id="671" name="Google Shape;671;p77"/>
          <p:cNvPicPr preferRelativeResize="0"/>
          <p:nvPr/>
        </p:nvPicPr>
        <p:blipFill>
          <a:blip r:embed="rId3">
            <a:alphaModFix/>
          </a:blip>
          <a:stretch>
            <a:fillRect/>
          </a:stretch>
        </p:blipFill>
        <p:spPr>
          <a:xfrm>
            <a:off x="6012350" y="1578907"/>
            <a:ext cx="1413658" cy="940725"/>
          </a:xfrm>
          <a:prstGeom prst="rect">
            <a:avLst/>
          </a:prstGeom>
          <a:noFill/>
          <a:ln cap="flat" cmpd="sng" w="19050">
            <a:solidFill>
              <a:schemeClr val="dk1"/>
            </a:solidFill>
            <a:prstDash val="solid"/>
            <a:round/>
            <a:headEnd len="sm" w="sm" type="none"/>
            <a:tailEnd len="sm" w="sm" type="none"/>
          </a:ln>
        </p:spPr>
      </p:pic>
      <p:sp>
        <p:nvSpPr>
          <p:cNvPr id="672" name="Google Shape;672;p77"/>
          <p:cNvSpPr txBox="1"/>
          <p:nvPr/>
        </p:nvSpPr>
        <p:spPr>
          <a:xfrm>
            <a:off x="8219175" y="0"/>
            <a:ext cx="964800" cy="3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lt1"/>
                </a:solidFill>
                <a:latin typeface="Roboto Condensed Light"/>
                <a:ea typeface="Roboto Condensed Light"/>
                <a:cs typeface="Roboto Condensed Light"/>
                <a:sym typeface="Roboto Condensed Light"/>
              </a:rPr>
              <a:t>George</a:t>
            </a:r>
            <a:endParaRPr sz="17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78"/>
          <p:cNvSpPr txBox="1"/>
          <p:nvPr>
            <p:ph type="ctrTitle"/>
          </p:nvPr>
        </p:nvSpPr>
        <p:spPr>
          <a:xfrm flipH="1">
            <a:off x="3694500" y="106500"/>
            <a:ext cx="1755000" cy="670500"/>
          </a:xfrm>
          <a:prstGeom prst="rect">
            <a:avLst/>
          </a:prstGeom>
          <a:ln cap="flat" cmpd="sng" w="19050">
            <a:solidFill>
              <a:srgbClr val="000000"/>
            </a:solidFill>
            <a:prstDash val="solid"/>
            <a:round/>
            <a:headEnd len="sm" w="sm" type="none"/>
            <a:tailEnd len="sm" w="sm" type="none"/>
          </a:ln>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u="sng"/>
              <a:t>Surveys:</a:t>
            </a:r>
            <a:endParaRPr u="sng"/>
          </a:p>
        </p:txBody>
      </p:sp>
      <p:pic>
        <p:nvPicPr>
          <p:cNvPr id="678" name="Google Shape;678;p78"/>
          <p:cNvPicPr preferRelativeResize="0"/>
          <p:nvPr/>
        </p:nvPicPr>
        <p:blipFill>
          <a:blip r:embed="rId3">
            <a:alphaModFix/>
          </a:blip>
          <a:stretch>
            <a:fillRect/>
          </a:stretch>
        </p:blipFill>
        <p:spPr>
          <a:xfrm>
            <a:off x="367644" y="460872"/>
            <a:ext cx="3125149" cy="1138725"/>
          </a:xfrm>
          <a:prstGeom prst="rect">
            <a:avLst/>
          </a:prstGeom>
          <a:noFill/>
          <a:ln cap="flat" cmpd="sng" w="19050">
            <a:solidFill>
              <a:schemeClr val="dk1"/>
            </a:solidFill>
            <a:prstDash val="solid"/>
            <a:round/>
            <a:headEnd len="sm" w="sm" type="none"/>
            <a:tailEnd len="sm" w="sm" type="none"/>
          </a:ln>
        </p:spPr>
      </p:pic>
      <p:pic>
        <p:nvPicPr>
          <p:cNvPr id="679" name="Google Shape;679;p78"/>
          <p:cNvPicPr preferRelativeResize="0"/>
          <p:nvPr/>
        </p:nvPicPr>
        <p:blipFill>
          <a:blip r:embed="rId4">
            <a:alphaModFix/>
          </a:blip>
          <a:stretch>
            <a:fillRect/>
          </a:stretch>
        </p:blipFill>
        <p:spPr>
          <a:xfrm>
            <a:off x="367647" y="2796581"/>
            <a:ext cx="3125149" cy="1138725"/>
          </a:xfrm>
          <a:prstGeom prst="rect">
            <a:avLst/>
          </a:prstGeom>
          <a:noFill/>
          <a:ln cap="flat" cmpd="sng" w="19050">
            <a:solidFill>
              <a:schemeClr val="dk1"/>
            </a:solidFill>
            <a:prstDash val="solid"/>
            <a:round/>
            <a:headEnd len="sm" w="sm" type="none"/>
            <a:tailEnd len="sm" w="sm" type="none"/>
          </a:ln>
        </p:spPr>
      </p:pic>
      <p:pic>
        <p:nvPicPr>
          <p:cNvPr id="680" name="Google Shape;680;p78"/>
          <p:cNvPicPr preferRelativeResize="0"/>
          <p:nvPr/>
        </p:nvPicPr>
        <p:blipFill>
          <a:blip r:embed="rId5">
            <a:alphaModFix/>
          </a:blip>
          <a:stretch>
            <a:fillRect/>
          </a:stretch>
        </p:blipFill>
        <p:spPr>
          <a:xfrm>
            <a:off x="5449488" y="881094"/>
            <a:ext cx="3125150" cy="1138725"/>
          </a:xfrm>
          <a:prstGeom prst="rect">
            <a:avLst/>
          </a:prstGeom>
          <a:noFill/>
          <a:ln cap="flat" cmpd="sng" w="19050">
            <a:solidFill>
              <a:schemeClr val="dk1"/>
            </a:solidFill>
            <a:prstDash val="solid"/>
            <a:round/>
            <a:headEnd len="sm" w="sm" type="none"/>
            <a:tailEnd len="sm" w="sm" type="none"/>
          </a:ln>
        </p:spPr>
      </p:pic>
      <p:pic>
        <p:nvPicPr>
          <p:cNvPr id="681" name="Google Shape;681;p78"/>
          <p:cNvPicPr preferRelativeResize="0"/>
          <p:nvPr/>
        </p:nvPicPr>
        <p:blipFill>
          <a:blip r:embed="rId6">
            <a:alphaModFix/>
          </a:blip>
          <a:stretch>
            <a:fillRect/>
          </a:stretch>
        </p:blipFill>
        <p:spPr>
          <a:xfrm>
            <a:off x="5449488" y="2880625"/>
            <a:ext cx="3125150" cy="1138725"/>
          </a:xfrm>
          <a:prstGeom prst="rect">
            <a:avLst/>
          </a:prstGeom>
          <a:noFill/>
          <a:ln cap="flat" cmpd="sng" w="19050">
            <a:solidFill>
              <a:schemeClr val="dk1"/>
            </a:solidFill>
            <a:prstDash val="solid"/>
            <a:round/>
            <a:headEnd len="sm" w="sm" type="none"/>
            <a:tailEnd len="sm" w="sm" type="none"/>
          </a:ln>
        </p:spPr>
      </p:pic>
      <p:sp>
        <p:nvSpPr>
          <p:cNvPr id="682" name="Google Shape;682;p78"/>
          <p:cNvSpPr txBox="1"/>
          <p:nvPr/>
        </p:nvSpPr>
        <p:spPr>
          <a:xfrm>
            <a:off x="367663" y="2796570"/>
            <a:ext cx="3125100" cy="21339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en-GB" sz="1200">
                <a:solidFill>
                  <a:schemeClr val="lt1"/>
                </a:solidFill>
                <a:latin typeface="Roboto Condensed Light"/>
                <a:ea typeface="Roboto Condensed Light"/>
                <a:cs typeface="Roboto Condensed Light"/>
                <a:sym typeface="Roboto Condensed Light"/>
              </a:rPr>
              <a:t>Data type: Quantitative.</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Clr>
                <a:schemeClr val="dk1"/>
              </a:buClr>
              <a:buSzPts val="1100"/>
              <a:buFont typeface="Arial"/>
              <a:buNone/>
            </a:pPr>
            <a:r>
              <a:rPr lang="en-GB" sz="1200">
                <a:solidFill>
                  <a:schemeClr val="lt1"/>
                </a:solidFill>
                <a:latin typeface="Roboto Condensed Light"/>
                <a:ea typeface="Roboto Condensed Light"/>
                <a:cs typeface="Roboto Condensed Light"/>
                <a:sym typeface="Roboto Condensed Light"/>
              </a:rPr>
              <a:t>Made to measure how important teachers believe marking the role is, with the responses presented in a pie chart.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lt1"/>
              </a:solidFill>
              <a:latin typeface="Roboto Condensed Light"/>
              <a:ea typeface="Roboto Condensed Light"/>
              <a:cs typeface="Roboto Condensed Light"/>
              <a:sym typeface="Roboto Condensed Light"/>
            </a:endParaRPr>
          </a:p>
        </p:txBody>
      </p:sp>
      <p:sp>
        <p:nvSpPr>
          <p:cNvPr id="683" name="Google Shape;683;p78"/>
          <p:cNvSpPr txBox="1"/>
          <p:nvPr/>
        </p:nvSpPr>
        <p:spPr>
          <a:xfrm>
            <a:off x="367663" y="427325"/>
            <a:ext cx="3125100" cy="21339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en-GB" sz="1200">
                <a:solidFill>
                  <a:schemeClr val="lt1"/>
                </a:solidFill>
                <a:latin typeface="Roboto Condensed Light"/>
                <a:ea typeface="Roboto Condensed Light"/>
                <a:cs typeface="Roboto Condensed Light"/>
                <a:sym typeface="Roboto Condensed Light"/>
              </a:rPr>
              <a:t>Data type: </a:t>
            </a:r>
            <a:r>
              <a:rPr lang="en-GB" sz="1200">
                <a:solidFill>
                  <a:schemeClr val="lt1"/>
                </a:solidFill>
                <a:latin typeface="Roboto Condensed Light"/>
                <a:ea typeface="Roboto Condensed Light"/>
                <a:cs typeface="Roboto Condensed Light"/>
                <a:sym typeface="Roboto Condensed Light"/>
              </a:rPr>
              <a:t>Quantitative</a:t>
            </a:r>
            <a:r>
              <a:rPr lang="en-GB" sz="1200">
                <a:solidFill>
                  <a:schemeClr val="lt1"/>
                </a:solidFill>
                <a:latin typeface="Roboto Condensed Light"/>
                <a:ea typeface="Roboto Condensed Light"/>
                <a:cs typeface="Roboto Condensed Light"/>
                <a:sym typeface="Roboto Condensed Light"/>
              </a:rPr>
              <a:t>.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en-GB" sz="1200">
                <a:solidFill>
                  <a:schemeClr val="lt1"/>
                </a:solidFill>
                <a:latin typeface="Roboto Condensed Light"/>
                <a:ea typeface="Roboto Condensed Light"/>
                <a:cs typeface="Roboto Condensed Light"/>
                <a:sym typeface="Roboto Condensed Light"/>
              </a:rPr>
              <a:t>Made to measure how often teachers mark the roll, with the question giving a percentage value for the answers.</a:t>
            </a:r>
            <a:endParaRPr sz="1200">
              <a:solidFill>
                <a:schemeClr val="lt1"/>
              </a:solidFill>
              <a:latin typeface="Roboto Condensed Light"/>
              <a:ea typeface="Roboto Condensed Light"/>
              <a:cs typeface="Roboto Condensed Light"/>
              <a:sym typeface="Roboto Condensed Light"/>
            </a:endParaRPr>
          </a:p>
        </p:txBody>
      </p:sp>
      <p:sp>
        <p:nvSpPr>
          <p:cNvPr id="684" name="Google Shape;684;p78"/>
          <p:cNvSpPr txBox="1"/>
          <p:nvPr/>
        </p:nvSpPr>
        <p:spPr>
          <a:xfrm>
            <a:off x="5449525" y="847475"/>
            <a:ext cx="3125100" cy="19995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en-GB" sz="1200">
                <a:solidFill>
                  <a:schemeClr val="lt1"/>
                </a:solidFill>
                <a:latin typeface="Roboto Condensed Light"/>
                <a:ea typeface="Roboto Condensed Light"/>
                <a:cs typeface="Roboto Condensed Light"/>
                <a:sym typeface="Roboto Condensed Light"/>
              </a:rPr>
              <a:t>Data type: Qualitative.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Clr>
                <a:schemeClr val="dk1"/>
              </a:buClr>
              <a:buSzPts val="1100"/>
              <a:buFont typeface="Arial"/>
              <a:buNone/>
            </a:pPr>
            <a:r>
              <a:rPr lang="en-GB" sz="1200">
                <a:solidFill>
                  <a:schemeClr val="lt1"/>
                </a:solidFill>
                <a:latin typeface="Roboto Condensed Light"/>
                <a:ea typeface="Roboto Condensed Light"/>
                <a:cs typeface="Roboto Condensed Light"/>
                <a:sym typeface="Roboto Condensed Light"/>
              </a:rPr>
              <a:t>Asks teachers if they would prefer for the role to be automatically marked, gives full answer.</a:t>
            </a:r>
            <a:endParaRPr sz="1200">
              <a:solidFill>
                <a:schemeClr val="lt1"/>
              </a:solidFill>
              <a:latin typeface="Roboto Condensed Light"/>
              <a:ea typeface="Roboto Condensed Light"/>
              <a:cs typeface="Roboto Condensed Light"/>
              <a:sym typeface="Roboto Condensed Light"/>
            </a:endParaRPr>
          </a:p>
        </p:txBody>
      </p:sp>
      <p:sp>
        <p:nvSpPr>
          <p:cNvPr id="685" name="Google Shape;685;p78"/>
          <p:cNvSpPr txBox="1"/>
          <p:nvPr/>
        </p:nvSpPr>
        <p:spPr>
          <a:xfrm>
            <a:off x="5449525" y="2863825"/>
            <a:ext cx="3125100" cy="21339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dk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None/>
            </a:pPr>
            <a:r>
              <a:rPr lang="en-GB" sz="1200">
                <a:solidFill>
                  <a:schemeClr val="lt1"/>
                </a:solidFill>
                <a:latin typeface="Roboto Condensed Light"/>
                <a:ea typeface="Roboto Condensed Light"/>
                <a:cs typeface="Roboto Condensed Light"/>
                <a:sym typeface="Roboto Condensed Light"/>
              </a:rPr>
              <a:t>Data type: Qualitative. </a:t>
            </a:r>
            <a:endParaRPr sz="1200">
              <a:solidFill>
                <a:schemeClr val="lt1"/>
              </a:solidFill>
              <a:latin typeface="Roboto Condensed Light"/>
              <a:ea typeface="Roboto Condensed Light"/>
              <a:cs typeface="Roboto Condensed Light"/>
              <a:sym typeface="Roboto Condensed Light"/>
            </a:endParaRPr>
          </a:p>
          <a:p>
            <a:pPr indent="0" lvl="0" marL="0" rtl="0" algn="l">
              <a:spcBef>
                <a:spcPts val="0"/>
              </a:spcBef>
              <a:spcAft>
                <a:spcPts val="0"/>
              </a:spcAft>
              <a:buClr>
                <a:schemeClr val="dk1"/>
              </a:buClr>
              <a:buSzPts val="1100"/>
              <a:buFont typeface="Arial"/>
              <a:buNone/>
            </a:pPr>
            <a:r>
              <a:rPr lang="en-GB" sz="1200">
                <a:solidFill>
                  <a:schemeClr val="lt1"/>
                </a:solidFill>
                <a:latin typeface="Roboto Condensed Light"/>
                <a:ea typeface="Roboto Condensed Light"/>
                <a:cs typeface="Roboto Condensed Light"/>
                <a:sym typeface="Roboto Condensed Light"/>
              </a:rPr>
              <a:t>Asks the teacher for the exact time value for how long they take to mark the roll, gives the full written answer. </a:t>
            </a:r>
            <a:endParaRPr sz="1200">
              <a:solidFill>
                <a:schemeClr val="lt1"/>
              </a:solidFill>
              <a:latin typeface="Roboto Condensed Light"/>
              <a:ea typeface="Roboto Condensed Light"/>
              <a:cs typeface="Roboto Condensed Light"/>
              <a:sym typeface="Roboto Condensed Light"/>
            </a:endParaRPr>
          </a:p>
        </p:txBody>
      </p:sp>
      <p:sp>
        <p:nvSpPr>
          <p:cNvPr id="686" name="Google Shape;686;p78"/>
          <p:cNvSpPr txBox="1"/>
          <p:nvPr/>
        </p:nvSpPr>
        <p:spPr>
          <a:xfrm>
            <a:off x="7582200" y="339200"/>
            <a:ext cx="1227000" cy="15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Anthony</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79"/>
          <p:cNvSpPr txBox="1"/>
          <p:nvPr>
            <p:ph type="ctrTitle"/>
          </p:nvPr>
        </p:nvSpPr>
        <p:spPr>
          <a:xfrm flipH="1">
            <a:off x="3092700" y="411425"/>
            <a:ext cx="2958600" cy="6705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Survey R</a:t>
            </a:r>
            <a:r>
              <a:rPr lang="en-GB" u="sng"/>
              <a:t>esults</a:t>
            </a:r>
            <a:r>
              <a:rPr lang="en-GB" u="sng"/>
              <a:t>:</a:t>
            </a:r>
            <a:endParaRPr u="sng"/>
          </a:p>
        </p:txBody>
      </p:sp>
      <p:pic>
        <p:nvPicPr>
          <p:cNvPr descr="Forms response chart. Question title: How often do you mark attendance during the day?. Number of responses: 9 responses." id="692" name="Google Shape;692;p79" title="How often do you mark attendance during the day?"/>
          <p:cNvPicPr preferRelativeResize="0"/>
          <p:nvPr/>
        </p:nvPicPr>
        <p:blipFill>
          <a:blip r:embed="rId3">
            <a:alphaModFix/>
          </a:blip>
          <a:stretch>
            <a:fillRect/>
          </a:stretch>
        </p:blipFill>
        <p:spPr>
          <a:xfrm>
            <a:off x="454959" y="1267925"/>
            <a:ext cx="3446098" cy="1450451"/>
          </a:xfrm>
          <a:prstGeom prst="rect">
            <a:avLst/>
          </a:prstGeom>
          <a:noFill/>
          <a:ln cap="flat" cmpd="sng" w="9525">
            <a:solidFill>
              <a:schemeClr val="dk1"/>
            </a:solidFill>
            <a:prstDash val="solid"/>
            <a:round/>
            <a:headEnd len="sm" w="sm" type="none"/>
            <a:tailEnd len="sm" w="sm" type="none"/>
          </a:ln>
        </p:spPr>
      </p:pic>
      <p:pic>
        <p:nvPicPr>
          <p:cNvPr descr="Forms response chart. Question title: How important do you believe attendance is?. Number of responses: 9 responses." id="693" name="Google Shape;693;p79" title="How important do you believe attendance is?"/>
          <p:cNvPicPr preferRelativeResize="0"/>
          <p:nvPr/>
        </p:nvPicPr>
        <p:blipFill>
          <a:blip r:embed="rId4">
            <a:alphaModFix/>
          </a:blip>
          <a:stretch>
            <a:fillRect/>
          </a:stretch>
        </p:blipFill>
        <p:spPr>
          <a:xfrm>
            <a:off x="4959719" y="1251116"/>
            <a:ext cx="3446098" cy="1450455"/>
          </a:xfrm>
          <a:prstGeom prst="rect">
            <a:avLst/>
          </a:prstGeom>
          <a:noFill/>
          <a:ln cap="flat" cmpd="sng" w="9525">
            <a:solidFill>
              <a:schemeClr val="dk1"/>
            </a:solidFill>
            <a:prstDash val="solid"/>
            <a:round/>
            <a:headEnd len="sm" w="sm" type="none"/>
            <a:tailEnd len="sm" w="sm" type="none"/>
          </a:ln>
        </p:spPr>
      </p:pic>
      <p:pic>
        <p:nvPicPr>
          <p:cNvPr id="694" name="Google Shape;694;p79" title="Screenshot 2025-09-14 3.17.58 PM.png"/>
          <p:cNvPicPr preferRelativeResize="0"/>
          <p:nvPr/>
        </p:nvPicPr>
        <p:blipFill>
          <a:blip r:embed="rId5">
            <a:alphaModFix/>
          </a:blip>
          <a:stretch>
            <a:fillRect/>
          </a:stretch>
        </p:blipFill>
        <p:spPr>
          <a:xfrm>
            <a:off x="566625" y="2904376"/>
            <a:ext cx="3222731" cy="2120324"/>
          </a:xfrm>
          <a:prstGeom prst="rect">
            <a:avLst/>
          </a:prstGeom>
          <a:noFill/>
          <a:ln cap="flat" cmpd="sng" w="9525">
            <a:solidFill>
              <a:schemeClr val="dk1"/>
            </a:solidFill>
            <a:prstDash val="solid"/>
            <a:round/>
            <a:headEnd len="sm" w="sm" type="none"/>
            <a:tailEnd len="sm" w="sm" type="none"/>
          </a:ln>
        </p:spPr>
      </p:pic>
      <p:pic>
        <p:nvPicPr>
          <p:cNvPr id="695" name="Google Shape;695;p79" title="Screenshot 2025-09-14 3.18.08 PM.png"/>
          <p:cNvPicPr preferRelativeResize="0"/>
          <p:nvPr/>
        </p:nvPicPr>
        <p:blipFill>
          <a:blip r:embed="rId6">
            <a:alphaModFix/>
          </a:blip>
          <a:stretch>
            <a:fillRect/>
          </a:stretch>
        </p:blipFill>
        <p:spPr>
          <a:xfrm>
            <a:off x="5072456" y="2870776"/>
            <a:ext cx="3220644" cy="2120324"/>
          </a:xfrm>
          <a:prstGeom prst="rect">
            <a:avLst/>
          </a:prstGeom>
          <a:noFill/>
          <a:ln cap="flat" cmpd="sng" w="9525">
            <a:solidFill>
              <a:schemeClr val="dk1"/>
            </a:solidFill>
            <a:prstDash val="solid"/>
            <a:round/>
            <a:headEnd len="sm" w="sm" type="none"/>
            <a:tailEnd len="sm" w="sm" type="none"/>
          </a:ln>
        </p:spPr>
      </p:pic>
      <p:sp>
        <p:nvSpPr>
          <p:cNvPr id="696" name="Google Shape;696;p79"/>
          <p:cNvSpPr txBox="1"/>
          <p:nvPr/>
        </p:nvSpPr>
        <p:spPr>
          <a:xfrm>
            <a:off x="8026600" y="104050"/>
            <a:ext cx="1021800" cy="38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Anthony</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80"/>
          <p:cNvSpPr txBox="1"/>
          <p:nvPr>
            <p:ph type="ctrTitle"/>
          </p:nvPr>
        </p:nvSpPr>
        <p:spPr>
          <a:xfrm flipH="1">
            <a:off x="1995000" y="267675"/>
            <a:ext cx="5154000" cy="670500"/>
          </a:xfrm>
          <a:prstGeom prst="rect">
            <a:avLst/>
          </a:prstGeom>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u="sng"/>
              <a:t>Halfway Mark </a:t>
            </a:r>
            <a:r>
              <a:rPr lang="en-GB" u="sng"/>
              <a:t>Gantt Chart:</a:t>
            </a:r>
            <a:endParaRPr u="sng"/>
          </a:p>
        </p:txBody>
      </p:sp>
      <p:pic>
        <p:nvPicPr>
          <p:cNvPr id="702" name="Google Shape;702;p80"/>
          <p:cNvPicPr preferRelativeResize="0"/>
          <p:nvPr/>
        </p:nvPicPr>
        <p:blipFill>
          <a:blip r:embed="rId3">
            <a:alphaModFix/>
          </a:blip>
          <a:stretch>
            <a:fillRect/>
          </a:stretch>
        </p:blipFill>
        <p:spPr>
          <a:xfrm>
            <a:off x="480692" y="988601"/>
            <a:ext cx="8149000" cy="3973025"/>
          </a:xfrm>
          <a:prstGeom prst="rect">
            <a:avLst/>
          </a:prstGeom>
          <a:noFill/>
          <a:ln cap="flat" cmpd="sng" w="19050">
            <a:solidFill>
              <a:schemeClr val="dk1"/>
            </a:solidFill>
            <a:prstDash val="solid"/>
            <a:round/>
            <a:headEnd len="sm" w="sm" type="none"/>
            <a:tailEnd len="sm" w="sm" type="none"/>
          </a:ln>
        </p:spPr>
      </p:pic>
      <p:sp>
        <p:nvSpPr>
          <p:cNvPr id="703" name="Google Shape;703;p80"/>
          <p:cNvSpPr txBox="1"/>
          <p:nvPr/>
        </p:nvSpPr>
        <p:spPr>
          <a:xfrm>
            <a:off x="8151850" y="0"/>
            <a:ext cx="143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Aden</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81"/>
          <p:cNvSpPr txBox="1"/>
          <p:nvPr/>
        </p:nvSpPr>
        <p:spPr>
          <a:xfrm>
            <a:off x="656950" y="906250"/>
            <a:ext cx="7530300" cy="41454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05000"/>
              </a:lnSpc>
              <a:spcBef>
                <a:spcPts val="0"/>
              </a:spcBef>
              <a:spcAft>
                <a:spcPts val="0"/>
              </a:spcAft>
              <a:buSzPts val="1018"/>
              <a:buNone/>
            </a:pPr>
            <a:r>
              <a:rPr b="1" lang="en-GB" sz="1300">
                <a:solidFill>
                  <a:schemeClr val="lt1"/>
                </a:solidFill>
                <a:latin typeface="Roboto Condensed"/>
                <a:ea typeface="Roboto Condensed"/>
                <a:cs typeface="Roboto Condensed"/>
                <a:sym typeface="Roboto Condensed"/>
              </a:rPr>
              <a:t>When planning our delivery for our final project, we had to take into consideration many different factors like available knowledge, skills, and time constraints. Through these factors, we came to the conclusion that it would be best if we delivered a Mock-up / Model of our final product. We chose this option as it allowed us to show a general idea of what we wish to create; in a cheap, sustainable and relatively easy way. The specifics of the factors that affected the decision, is that when it comes to the knowledge, we don’t have as much mechanical knowledge that is required of the task. As for our skills, as a group, we have limited experience and skills in the mechanical department, with only one group member having a vague idea of what to do. </a:t>
            </a:r>
            <a:endParaRPr b="1" sz="1300">
              <a:solidFill>
                <a:schemeClr val="lt1"/>
              </a:solidFill>
              <a:latin typeface="Roboto Condensed"/>
              <a:ea typeface="Roboto Condensed"/>
              <a:cs typeface="Roboto Condensed"/>
              <a:sym typeface="Roboto Condensed"/>
            </a:endParaRPr>
          </a:p>
          <a:p>
            <a:pPr indent="0" lvl="0" marL="0" rtl="0" algn="ctr">
              <a:lnSpc>
                <a:spcPct val="105000"/>
              </a:lnSpc>
              <a:spcBef>
                <a:spcPts val="0"/>
              </a:spcBef>
              <a:spcAft>
                <a:spcPts val="0"/>
              </a:spcAft>
              <a:buSzPts val="1018"/>
              <a:buNone/>
            </a:pPr>
            <a:r>
              <a:t/>
            </a:r>
            <a:endParaRPr b="1" sz="1300">
              <a:solidFill>
                <a:schemeClr val="lt1"/>
              </a:solidFill>
              <a:latin typeface="Roboto Condensed"/>
              <a:ea typeface="Roboto Condensed"/>
              <a:cs typeface="Roboto Condensed"/>
              <a:sym typeface="Roboto Condensed"/>
            </a:endParaRPr>
          </a:p>
          <a:p>
            <a:pPr indent="0" lvl="0" marL="0" rtl="0" algn="ctr">
              <a:lnSpc>
                <a:spcPct val="105000"/>
              </a:lnSpc>
              <a:spcBef>
                <a:spcPts val="0"/>
              </a:spcBef>
              <a:spcAft>
                <a:spcPts val="0"/>
              </a:spcAft>
              <a:buSzPts val="1018"/>
              <a:buNone/>
            </a:pPr>
            <a:r>
              <a:rPr b="1" lang="en-GB" sz="1300">
                <a:solidFill>
                  <a:schemeClr val="lt1"/>
                </a:solidFill>
                <a:latin typeface="Roboto Condensed"/>
                <a:ea typeface="Roboto Condensed"/>
                <a:cs typeface="Roboto Condensed"/>
                <a:sym typeface="Roboto Condensed"/>
              </a:rPr>
              <a:t>Finally, time constraints affect us by limiting how long we are able to spend on certain tasks. Because of this we opted to make a cardboard Model as it wouldn’t require as much time, due to the more given knowledge that our group had on working with different materials and tools, as well as having] someone with better artistic skills, that person being Thomas. Ultimately meaning we would have more time to spend on other applications, as well as removing some of the time strain brought on us during this project. </a:t>
            </a:r>
            <a:endParaRPr b="1" sz="1300">
              <a:solidFill>
                <a:schemeClr val="lt1"/>
              </a:solidFill>
              <a:latin typeface="Roboto Condensed"/>
              <a:ea typeface="Roboto Condensed"/>
              <a:cs typeface="Roboto Condensed"/>
              <a:sym typeface="Roboto Condensed"/>
            </a:endParaRPr>
          </a:p>
          <a:p>
            <a:pPr indent="0" lvl="0" marL="0" rtl="0" algn="ctr">
              <a:lnSpc>
                <a:spcPct val="105000"/>
              </a:lnSpc>
              <a:spcBef>
                <a:spcPts val="0"/>
              </a:spcBef>
              <a:spcAft>
                <a:spcPts val="0"/>
              </a:spcAft>
              <a:buSzPts val="1018"/>
              <a:buNone/>
            </a:pPr>
            <a:r>
              <a:t/>
            </a:r>
            <a:endParaRPr b="1" sz="1300">
              <a:solidFill>
                <a:schemeClr val="lt1"/>
              </a:solidFill>
              <a:latin typeface="Roboto Condensed"/>
              <a:ea typeface="Roboto Condensed"/>
              <a:cs typeface="Roboto Condensed"/>
              <a:sym typeface="Roboto Condensed"/>
            </a:endParaRPr>
          </a:p>
          <a:p>
            <a:pPr indent="0" lvl="0" marL="0" rtl="0" algn="ctr">
              <a:lnSpc>
                <a:spcPct val="105000"/>
              </a:lnSpc>
              <a:spcBef>
                <a:spcPts val="0"/>
              </a:spcBef>
              <a:spcAft>
                <a:spcPts val="0"/>
              </a:spcAft>
              <a:buSzPts val="1018"/>
              <a:buNone/>
            </a:pPr>
            <a:r>
              <a:rPr b="1" lang="en-GB" sz="1300">
                <a:solidFill>
                  <a:schemeClr val="lt1"/>
                </a:solidFill>
                <a:latin typeface="Roboto Condensed"/>
                <a:ea typeface="Roboto Condensed"/>
                <a:cs typeface="Roboto Condensed"/>
                <a:sym typeface="Roboto Condensed"/>
              </a:rPr>
              <a:t>Using a Mock-up / Model allows for us to make cheaper versions of our product, that are easy to replace should a mistake be made, and/or a redesign is wanted or needed. Because of these factors, this is why we confidently chose to make a “Just for show version” instead of the full concept. </a:t>
            </a:r>
            <a:endParaRPr b="1" sz="1300">
              <a:solidFill>
                <a:schemeClr val="dk1"/>
              </a:solidFill>
            </a:endParaRPr>
          </a:p>
        </p:txBody>
      </p:sp>
      <p:sp>
        <p:nvSpPr>
          <p:cNvPr id="709" name="Google Shape;709;p81"/>
          <p:cNvSpPr txBox="1"/>
          <p:nvPr/>
        </p:nvSpPr>
        <p:spPr>
          <a:xfrm>
            <a:off x="1650750" y="116300"/>
            <a:ext cx="5842500" cy="6927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GB" sz="3300" u="sng">
                <a:solidFill>
                  <a:schemeClr val="lt1"/>
                </a:solidFill>
                <a:latin typeface="Squada One"/>
                <a:ea typeface="Squada One"/>
                <a:cs typeface="Squada One"/>
                <a:sym typeface="Squada One"/>
              </a:rPr>
              <a:t>Initial</a:t>
            </a:r>
            <a:r>
              <a:rPr lang="en-GB" sz="3300" u="sng">
                <a:solidFill>
                  <a:schemeClr val="lt1"/>
                </a:solidFill>
                <a:latin typeface="Squada One"/>
                <a:ea typeface="Squada One"/>
                <a:cs typeface="Squada One"/>
                <a:sym typeface="Squada One"/>
              </a:rPr>
              <a:t> </a:t>
            </a:r>
            <a:r>
              <a:rPr lang="en-GB" sz="3300" u="sng">
                <a:solidFill>
                  <a:schemeClr val="lt1"/>
                </a:solidFill>
                <a:latin typeface="Squada One"/>
                <a:ea typeface="Squada One"/>
                <a:cs typeface="Squada One"/>
                <a:sym typeface="Squada One"/>
              </a:rPr>
              <a:t>Product Delivery Format:</a:t>
            </a:r>
            <a:endParaRPr sz="3300">
              <a:solidFill>
                <a:schemeClr val="lt1"/>
              </a:solidFill>
              <a:latin typeface="Squada One"/>
              <a:ea typeface="Squada One"/>
              <a:cs typeface="Squada One"/>
              <a:sym typeface="Squada One"/>
            </a:endParaRPr>
          </a:p>
        </p:txBody>
      </p:sp>
      <p:pic>
        <p:nvPicPr>
          <p:cNvPr id="710" name="Google Shape;710;p81"/>
          <p:cNvPicPr preferRelativeResize="0"/>
          <p:nvPr/>
        </p:nvPicPr>
        <p:blipFill>
          <a:blip r:embed="rId3">
            <a:alphaModFix/>
          </a:blip>
          <a:stretch>
            <a:fillRect/>
          </a:stretch>
        </p:blipFill>
        <p:spPr>
          <a:xfrm>
            <a:off x="4117925" y="4628246"/>
            <a:ext cx="608350" cy="305849"/>
          </a:xfrm>
          <a:prstGeom prst="rect">
            <a:avLst/>
          </a:prstGeom>
          <a:noFill/>
          <a:ln cap="flat" cmpd="sng" w="19050">
            <a:solidFill>
              <a:schemeClr val="dk1"/>
            </a:solidFill>
            <a:prstDash val="solid"/>
            <a:round/>
            <a:headEnd len="sm" w="sm" type="none"/>
            <a:tailEnd len="sm" w="sm" type="none"/>
          </a:ln>
        </p:spPr>
      </p:pic>
      <p:sp>
        <p:nvSpPr>
          <p:cNvPr id="711" name="Google Shape;711;p81"/>
          <p:cNvSpPr txBox="1"/>
          <p:nvPr/>
        </p:nvSpPr>
        <p:spPr>
          <a:xfrm>
            <a:off x="8187250" y="59175"/>
            <a:ext cx="143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Aden</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82"/>
          <p:cNvSpPr txBox="1"/>
          <p:nvPr/>
        </p:nvSpPr>
        <p:spPr>
          <a:xfrm>
            <a:off x="1077175" y="855025"/>
            <a:ext cx="6958800" cy="40962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lnSpc>
                <a:spcPct val="105000"/>
              </a:lnSpc>
              <a:spcBef>
                <a:spcPts val="0"/>
              </a:spcBef>
              <a:spcAft>
                <a:spcPts val="0"/>
              </a:spcAft>
              <a:buNone/>
            </a:pPr>
            <a:r>
              <a:rPr b="1" lang="en-GB">
                <a:solidFill>
                  <a:schemeClr val="lt1"/>
                </a:solidFill>
                <a:latin typeface="Roboto Condensed"/>
                <a:ea typeface="Roboto Condensed"/>
                <a:cs typeface="Roboto Condensed"/>
                <a:sym typeface="Roboto Condensed"/>
              </a:rPr>
              <a:t>After some time has passed, and more knowledge and skills have been acquired by the team, we saw fit that we should change our final idea, for our Product Delivery Format. </a:t>
            </a:r>
            <a:endParaRPr b="1">
              <a:solidFill>
                <a:schemeClr val="lt1"/>
              </a:solidFill>
              <a:latin typeface="Roboto Condensed"/>
              <a:ea typeface="Roboto Condensed"/>
              <a:cs typeface="Roboto Condensed"/>
              <a:sym typeface="Roboto Condensed"/>
            </a:endParaRPr>
          </a:p>
          <a:p>
            <a:pPr indent="0" lvl="0" marL="0" rtl="0" algn="ctr">
              <a:lnSpc>
                <a:spcPct val="105000"/>
              </a:lnSpc>
              <a:spcBef>
                <a:spcPts val="0"/>
              </a:spcBef>
              <a:spcAft>
                <a:spcPts val="0"/>
              </a:spcAft>
              <a:buNone/>
            </a:pPr>
            <a:r>
              <a:t/>
            </a:r>
            <a:endParaRPr b="1">
              <a:solidFill>
                <a:schemeClr val="lt1"/>
              </a:solidFill>
              <a:latin typeface="Roboto Condensed"/>
              <a:ea typeface="Roboto Condensed"/>
              <a:cs typeface="Roboto Condensed"/>
              <a:sym typeface="Roboto Condensed"/>
            </a:endParaRPr>
          </a:p>
          <a:p>
            <a:pPr indent="0" lvl="0" marL="0" rtl="0" algn="ctr">
              <a:lnSpc>
                <a:spcPct val="105000"/>
              </a:lnSpc>
              <a:spcBef>
                <a:spcPts val="0"/>
              </a:spcBef>
              <a:spcAft>
                <a:spcPts val="0"/>
              </a:spcAft>
              <a:buNone/>
            </a:pPr>
            <a:r>
              <a:rPr b="1" lang="en-GB">
                <a:solidFill>
                  <a:schemeClr val="lt1"/>
                </a:solidFill>
                <a:latin typeface="Roboto Condensed"/>
                <a:ea typeface="Roboto Condensed"/>
                <a:cs typeface="Roboto Condensed"/>
                <a:sym typeface="Roboto Condensed"/>
              </a:rPr>
              <a:t>Originally, we intended to create a simple Mock-up design for our project, as it fit well with the (At the time) current time constraints, current team skill level, and necessary costs. But with more time passing, (About a month and a half), the team had gained more skills, knowledge, and time to work on the project; Along with finding a way to get the necessary parts to make the camera in a cost effective way; we felt it would be a better idea to switch from a Mock-up design to a working Prototype. </a:t>
            </a:r>
            <a:endParaRPr b="1">
              <a:solidFill>
                <a:schemeClr val="lt1"/>
              </a:solidFill>
              <a:latin typeface="Roboto Condensed"/>
              <a:ea typeface="Roboto Condensed"/>
              <a:cs typeface="Roboto Condensed"/>
              <a:sym typeface="Roboto Condensed"/>
            </a:endParaRPr>
          </a:p>
          <a:p>
            <a:pPr indent="0" lvl="0" marL="0" rtl="0" algn="ctr">
              <a:lnSpc>
                <a:spcPct val="105000"/>
              </a:lnSpc>
              <a:spcBef>
                <a:spcPts val="0"/>
              </a:spcBef>
              <a:spcAft>
                <a:spcPts val="0"/>
              </a:spcAft>
              <a:buNone/>
            </a:pPr>
            <a:r>
              <a:t/>
            </a:r>
            <a:endParaRPr b="1">
              <a:solidFill>
                <a:schemeClr val="lt1"/>
              </a:solidFill>
              <a:latin typeface="Roboto Condensed"/>
              <a:ea typeface="Roboto Condensed"/>
              <a:cs typeface="Roboto Condensed"/>
              <a:sym typeface="Roboto Condensed"/>
            </a:endParaRPr>
          </a:p>
          <a:p>
            <a:pPr indent="0" lvl="0" marL="0" rtl="0" algn="ctr">
              <a:lnSpc>
                <a:spcPct val="105000"/>
              </a:lnSpc>
              <a:spcBef>
                <a:spcPts val="0"/>
              </a:spcBef>
              <a:spcAft>
                <a:spcPts val="0"/>
              </a:spcAft>
              <a:buNone/>
            </a:pPr>
            <a:r>
              <a:rPr b="1" lang="en-GB">
                <a:solidFill>
                  <a:schemeClr val="lt1"/>
                </a:solidFill>
                <a:latin typeface="Roboto Condensed"/>
                <a:ea typeface="Roboto Condensed"/>
                <a:cs typeface="Roboto Condensed"/>
                <a:sym typeface="Roboto Condensed"/>
              </a:rPr>
              <a:t>Having a Prototype over a Mock-up gives us the opportunity to show off a working product, as opposed to a more theoretically based Model. Despite the extra time needed to make a working Prototype, it was still the better choice due to the benefit of having a working example to show before the buyers; (The Class) Making the time constraint less relevant.</a:t>
            </a:r>
            <a:r>
              <a:rPr b="1" lang="en-GB">
                <a:solidFill>
                  <a:schemeClr val="dk1"/>
                </a:solidFill>
                <a:latin typeface="Roboto Condensed"/>
                <a:ea typeface="Roboto Condensed"/>
                <a:cs typeface="Roboto Condensed"/>
                <a:sym typeface="Roboto Condensed"/>
              </a:rPr>
              <a:t> </a:t>
            </a:r>
            <a:endParaRPr b="1">
              <a:solidFill>
                <a:schemeClr val="dk1"/>
              </a:solidFill>
              <a:latin typeface="Roboto Condensed"/>
              <a:ea typeface="Roboto Condensed"/>
              <a:cs typeface="Roboto Condensed"/>
              <a:sym typeface="Roboto Condensed"/>
            </a:endParaRPr>
          </a:p>
        </p:txBody>
      </p:sp>
      <p:sp>
        <p:nvSpPr>
          <p:cNvPr id="717" name="Google Shape;717;p82"/>
          <p:cNvSpPr txBox="1"/>
          <p:nvPr/>
        </p:nvSpPr>
        <p:spPr>
          <a:xfrm>
            <a:off x="1930950" y="96025"/>
            <a:ext cx="5282100" cy="677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lang="en-GB" sz="3200" u="sng">
                <a:solidFill>
                  <a:schemeClr val="lt1"/>
                </a:solidFill>
                <a:latin typeface="Squada One"/>
                <a:ea typeface="Squada One"/>
                <a:cs typeface="Squada One"/>
                <a:sym typeface="Squada One"/>
              </a:rPr>
              <a:t>Final </a:t>
            </a:r>
            <a:r>
              <a:rPr lang="en-GB" sz="3200" u="sng">
                <a:solidFill>
                  <a:schemeClr val="lt1"/>
                </a:solidFill>
                <a:latin typeface="Squada One"/>
                <a:ea typeface="Squada One"/>
                <a:cs typeface="Squada One"/>
                <a:sym typeface="Squada One"/>
              </a:rPr>
              <a:t>Product Delivery Format:</a:t>
            </a:r>
            <a:endParaRPr sz="3200">
              <a:solidFill>
                <a:schemeClr val="lt1"/>
              </a:solidFill>
              <a:latin typeface="Squada One"/>
              <a:ea typeface="Squada One"/>
              <a:cs typeface="Squada One"/>
              <a:sym typeface="Squada One"/>
            </a:endParaRPr>
          </a:p>
        </p:txBody>
      </p:sp>
      <p:pic>
        <p:nvPicPr>
          <p:cNvPr id="718" name="Google Shape;718;p82"/>
          <p:cNvPicPr preferRelativeResize="0"/>
          <p:nvPr/>
        </p:nvPicPr>
        <p:blipFill>
          <a:blip r:embed="rId3">
            <a:alphaModFix/>
          </a:blip>
          <a:stretch>
            <a:fillRect/>
          </a:stretch>
        </p:blipFill>
        <p:spPr>
          <a:xfrm>
            <a:off x="4137444" y="4214461"/>
            <a:ext cx="869125" cy="622000"/>
          </a:xfrm>
          <a:prstGeom prst="rect">
            <a:avLst/>
          </a:prstGeom>
          <a:noFill/>
          <a:ln cap="flat" cmpd="sng" w="19050">
            <a:solidFill>
              <a:schemeClr val="dk1"/>
            </a:solidFill>
            <a:prstDash val="solid"/>
            <a:round/>
            <a:headEnd len="sm" w="sm" type="none"/>
            <a:tailEnd len="sm" w="sm" type="none"/>
          </a:ln>
        </p:spPr>
      </p:pic>
      <p:sp>
        <p:nvSpPr>
          <p:cNvPr id="719" name="Google Shape;719;p82"/>
          <p:cNvSpPr txBox="1"/>
          <p:nvPr/>
        </p:nvSpPr>
        <p:spPr>
          <a:xfrm>
            <a:off x="8240375" y="96025"/>
            <a:ext cx="143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Aden</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83"/>
          <p:cNvSpPr txBox="1"/>
          <p:nvPr/>
        </p:nvSpPr>
        <p:spPr>
          <a:xfrm>
            <a:off x="1930950" y="96025"/>
            <a:ext cx="5282100" cy="677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lang="en-GB" sz="3200" u="sng">
                <a:solidFill>
                  <a:schemeClr val="lt1"/>
                </a:solidFill>
                <a:latin typeface="Squada One"/>
                <a:ea typeface="Squada One"/>
                <a:cs typeface="Squada One"/>
                <a:sym typeface="Squada One"/>
              </a:rPr>
              <a:t>Ending Events:</a:t>
            </a:r>
            <a:endParaRPr sz="3200">
              <a:solidFill>
                <a:schemeClr val="lt1"/>
              </a:solidFill>
              <a:latin typeface="Squada One"/>
              <a:ea typeface="Squada One"/>
              <a:cs typeface="Squada One"/>
              <a:sym typeface="Squada One"/>
            </a:endParaRPr>
          </a:p>
        </p:txBody>
      </p:sp>
      <p:sp>
        <p:nvSpPr>
          <p:cNvPr id="725" name="Google Shape;725;p83"/>
          <p:cNvSpPr txBox="1"/>
          <p:nvPr/>
        </p:nvSpPr>
        <p:spPr>
          <a:xfrm>
            <a:off x="544800" y="1003650"/>
            <a:ext cx="8054400" cy="37038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GB">
                <a:solidFill>
                  <a:schemeClr val="lt1"/>
                </a:solidFill>
                <a:latin typeface="Roboto Condensed"/>
                <a:ea typeface="Roboto Condensed"/>
                <a:cs typeface="Roboto Condensed"/>
                <a:sym typeface="Roboto Condensed"/>
              </a:rPr>
              <a:t>Towards the end of the Unit 2 time frame, we had a few </a:t>
            </a:r>
            <a:r>
              <a:rPr b="1" lang="en-GB">
                <a:solidFill>
                  <a:schemeClr val="lt1"/>
                </a:solidFill>
                <a:latin typeface="Roboto Condensed"/>
                <a:ea typeface="Roboto Condensed"/>
                <a:cs typeface="Roboto Condensed"/>
                <a:sym typeface="Roboto Condensed"/>
              </a:rPr>
              <a:t>unfortunate events happen to our group, which prevented us from getting the fully working project that we wanted.</a:t>
            </a:r>
            <a:endParaRPr b="1">
              <a:solidFill>
                <a:schemeClr val="lt1"/>
              </a:solidFill>
              <a:latin typeface="Roboto Condensed"/>
              <a:ea typeface="Roboto Condensed"/>
              <a:cs typeface="Roboto Condensed"/>
              <a:sym typeface="Roboto Condensed"/>
            </a:endParaRPr>
          </a:p>
          <a:p>
            <a:pPr indent="0" lvl="0" marL="0" rtl="0" algn="l">
              <a:spcBef>
                <a:spcPts val="0"/>
              </a:spcBef>
              <a:spcAft>
                <a:spcPts val="0"/>
              </a:spcAft>
              <a:buNone/>
            </a:pPr>
            <a:r>
              <a:t/>
            </a:r>
            <a:endParaRPr b="1">
              <a:solidFill>
                <a:schemeClr val="lt1"/>
              </a:solidFill>
              <a:latin typeface="Roboto Condensed"/>
              <a:ea typeface="Roboto Condensed"/>
              <a:cs typeface="Roboto Condensed"/>
              <a:sym typeface="Roboto Condensed"/>
            </a:endParaRPr>
          </a:p>
          <a:p>
            <a:pPr indent="0" lvl="0" marL="0" rtl="0" algn="l">
              <a:spcBef>
                <a:spcPts val="0"/>
              </a:spcBef>
              <a:spcAft>
                <a:spcPts val="0"/>
              </a:spcAft>
              <a:buNone/>
            </a:pPr>
            <a:r>
              <a:rPr b="1" lang="en-GB">
                <a:solidFill>
                  <a:schemeClr val="lt1"/>
                </a:solidFill>
                <a:latin typeface="Roboto Condensed"/>
                <a:ea typeface="Roboto Condensed"/>
                <a:cs typeface="Roboto Condensed"/>
                <a:sym typeface="Roboto Condensed"/>
              </a:rPr>
              <a:t> The first event was our parts for camera that we were planning to use to build the camera, didn’t come with all of the parts that were necessary to build the actual camera. For example We had a Flat Ribbon which wasn’t a appropriate size, which meant we could not connect the camera to the PI.  So we would either have to get a new cable, or get a new PI set. </a:t>
            </a:r>
            <a:endParaRPr b="1">
              <a:solidFill>
                <a:schemeClr val="lt1"/>
              </a:solidFill>
              <a:latin typeface="Roboto Condensed"/>
              <a:ea typeface="Roboto Condensed"/>
              <a:cs typeface="Roboto Condensed"/>
              <a:sym typeface="Roboto Condensed"/>
            </a:endParaRPr>
          </a:p>
          <a:p>
            <a:pPr indent="0" lvl="0" marL="0" rtl="0" algn="l">
              <a:spcBef>
                <a:spcPts val="0"/>
              </a:spcBef>
              <a:spcAft>
                <a:spcPts val="0"/>
              </a:spcAft>
              <a:buNone/>
            </a:pPr>
            <a:r>
              <a:t/>
            </a:r>
            <a:endParaRPr b="1">
              <a:solidFill>
                <a:schemeClr val="lt1"/>
              </a:solidFill>
              <a:latin typeface="Roboto Condensed"/>
              <a:ea typeface="Roboto Condensed"/>
              <a:cs typeface="Roboto Condensed"/>
              <a:sym typeface="Roboto Condensed"/>
            </a:endParaRPr>
          </a:p>
          <a:p>
            <a:pPr indent="0" lvl="0" marL="0" rtl="0" algn="l">
              <a:spcBef>
                <a:spcPts val="0"/>
              </a:spcBef>
              <a:spcAft>
                <a:spcPts val="0"/>
              </a:spcAft>
              <a:buNone/>
            </a:pPr>
            <a:r>
              <a:rPr b="1" lang="en-GB">
                <a:solidFill>
                  <a:schemeClr val="lt1"/>
                </a:solidFill>
                <a:latin typeface="Roboto Condensed"/>
                <a:ea typeface="Roboto Condensed"/>
                <a:cs typeface="Roboto Condensed"/>
                <a:sym typeface="Roboto Condensed"/>
              </a:rPr>
              <a:t>The second event was our raspberry PI broke down. While we are unsure of what exactly happened, we are fairly confident that the old age of the Raspberry PI  was the cause of this happening. Which meant at this point we needed both Raspberry Pi, as well as a Few Flat Ribbon. </a:t>
            </a:r>
            <a:endParaRPr b="1">
              <a:solidFill>
                <a:schemeClr val="lt1"/>
              </a:solidFill>
              <a:latin typeface="Roboto Condensed"/>
              <a:ea typeface="Roboto Condensed"/>
              <a:cs typeface="Roboto Condensed"/>
              <a:sym typeface="Roboto Condensed"/>
            </a:endParaRPr>
          </a:p>
          <a:p>
            <a:pPr indent="0" lvl="0" marL="0" rtl="0" algn="l">
              <a:spcBef>
                <a:spcPts val="0"/>
              </a:spcBef>
              <a:spcAft>
                <a:spcPts val="0"/>
              </a:spcAft>
              <a:buNone/>
            </a:pPr>
            <a:r>
              <a:t/>
            </a:r>
            <a:endParaRPr b="1">
              <a:solidFill>
                <a:schemeClr val="lt1"/>
              </a:solidFill>
              <a:latin typeface="Roboto Condensed"/>
              <a:ea typeface="Roboto Condensed"/>
              <a:cs typeface="Roboto Condensed"/>
              <a:sym typeface="Roboto Condensed"/>
            </a:endParaRPr>
          </a:p>
          <a:p>
            <a:pPr indent="0" lvl="0" marL="0" rtl="0" algn="l">
              <a:spcBef>
                <a:spcPts val="0"/>
              </a:spcBef>
              <a:spcAft>
                <a:spcPts val="0"/>
              </a:spcAft>
              <a:buNone/>
            </a:pPr>
            <a:r>
              <a:rPr b="1" lang="en-GB">
                <a:solidFill>
                  <a:schemeClr val="lt1"/>
                </a:solidFill>
                <a:latin typeface="Roboto Condensed"/>
                <a:ea typeface="Roboto Condensed"/>
                <a:cs typeface="Roboto Condensed"/>
                <a:sym typeface="Roboto Condensed"/>
              </a:rPr>
              <a:t>The third, and most recent event was the software we were using required us to pay, so partway through creating our database we were forced to pay or abandon our project. A similar thing occurred when we went to other platforms. We do however have a prototype of what we would like to have done. We made this on thonny, with help from Chat-Gpt, Co-pilot </a:t>
            </a:r>
            <a:endParaRPr b="1">
              <a:solidFill>
                <a:schemeClr val="lt1"/>
              </a:solidFill>
              <a:latin typeface="Roboto Condensed"/>
              <a:ea typeface="Roboto Condensed"/>
              <a:cs typeface="Roboto Condensed"/>
              <a:sym typeface="Roboto Condensed"/>
            </a:endParaRPr>
          </a:p>
          <a:p>
            <a:pPr indent="0" lvl="0" marL="0" rtl="0" algn="l">
              <a:spcBef>
                <a:spcPts val="0"/>
              </a:spcBef>
              <a:spcAft>
                <a:spcPts val="0"/>
              </a:spcAft>
              <a:buNone/>
            </a:pPr>
            <a:r>
              <a:t/>
            </a:r>
            <a:endParaRPr b="1">
              <a:solidFill>
                <a:schemeClr val="lt1"/>
              </a:solidFill>
              <a:latin typeface="Roboto Condensed"/>
              <a:ea typeface="Roboto Condensed"/>
              <a:cs typeface="Roboto Condensed"/>
              <a:sym typeface="Roboto Condensed"/>
            </a:endParaRPr>
          </a:p>
          <a:p>
            <a:pPr indent="0" lvl="0" marL="0" rtl="0" algn="l">
              <a:spcBef>
                <a:spcPts val="0"/>
              </a:spcBef>
              <a:spcAft>
                <a:spcPts val="0"/>
              </a:spcAft>
              <a:buNone/>
            </a:pPr>
            <a:r>
              <a:t/>
            </a:r>
            <a:endParaRPr b="1">
              <a:solidFill>
                <a:schemeClr val="lt1"/>
              </a:solidFill>
              <a:latin typeface="Roboto Condensed"/>
              <a:ea typeface="Roboto Condensed"/>
              <a:cs typeface="Roboto Condensed"/>
              <a:sym typeface="Roboto Condensed"/>
            </a:endParaRPr>
          </a:p>
          <a:p>
            <a:pPr indent="0" lvl="0" marL="0" rtl="0" algn="l">
              <a:spcBef>
                <a:spcPts val="0"/>
              </a:spcBef>
              <a:spcAft>
                <a:spcPts val="0"/>
              </a:spcAft>
              <a:buNone/>
            </a:pPr>
            <a:r>
              <a:rPr b="1" lang="en-GB">
                <a:solidFill>
                  <a:schemeClr val="lt1"/>
                </a:solidFill>
                <a:latin typeface="Roboto Condensed"/>
                <a:ea typeface="Roboto Condensed"/>
                <a:cs typeface="Roboto Condensed"/>
                <a:sym typeface="Roboto Condensed"/>
              </a:rPr>
              <a:t>Unfortunately in the end, we weren’t able to get the website and raspberry pi </a:t>
            </a:r>
            <a:endParaRPr b="1">
              <a:solidFill>
                <a:schemeClr val="lt1"/>
              </a:solidFill>
              <a:latin typeface="Roboto Condensed"/>
              <a:ea typeface="Roboto Condensed"/>
              <a:cs typeface="Roboto Condensed"/>
              <a:sym typeface="Roboto Condensed"/>
            </a:endParaRPr>
          </a:p>
          <a:p>
            <a:pPr indent="0" lvl="0" marL="0" rtl="0" algn="l">
              <a:spcBef>
                <a:spcPts val="0"/>
              </a:spcBef>
              <a:spcAft>
                <a:spcPts val="0"/>
              </a:spcAft>
              <a:buNone/>
            </a:pPr>
            <a:r>
              <a:rPr b="1" lang="en-GB">
                <a:solidFill>
                  <a:schemeClr val="lt1"/>
                </a:solidFill>
                <a:latin typeface="Roboto Condensed"/>
                <a:ea typeface="Roboto Condensed"/>
                <a:cs typeface="Roboto Condensed"/>
                <a:sym typeface="Roboto Condensed"/>
              </a:rPr>
              <a:t>running, but we ended up getting a physical mock up and sketches done.</a:t>
            </a:r>
            <a:endParaRPr b="1" sz="1600">
              <a:solidFill>
                <a:schemeClr val="lt1"/>
              </a:solidFill>
              <a:latin typeface="Roboto Condensed"/>
              <a:ea typeface="Roboto Condensed"/>
              <a:cs typeface="Roboto Condensed"/>
              <a:sym typeface="Roboto Condensed"/>
            </a:endParaRPr>
          </a:p>
        </p:txBody>
      </p:sp>
      <p:pic>
        <p:nvPicPr>
          <p:cNvPr id="726" name="Google Shape;726;p83"/>
          <p:cNvPicPr preferRelativeResize="0"/>
          <p:nvPr/>
        </p:nvPicPr>
        <p:blipFill>
          <a:blip r:embed="rId3">
            <a:alphaModFix/>
          </a:blip>
          <a:stretch>
            <a:fillRect/>
          </a:stretch>
        </p:blipFill>
        <p:spPr>
          <a:xfrm>
            <a:off x="7662300" y="3814565"/>
            <a:ext cx="785625" cy="785625"/>
          </a:xfrm>
          <a:prstGeom prst="rect">
            <a:avLst/>
          </a:prstGeom>
          <a:noFill/>
          <a:ln cap="flat" cmpd="sng" w="19050">
            <a:solidFill>
              <a:schemeClr val="dk1"/>
            </a:solidFill>
            <a:prstDash val="solid"/>
            <a:round/>
            <a:headEnd len="sm" w="sm" type="none"/>
            <a:tailEnd len="sm" w="sm" type="none"/>
          </a:ln>
        </p:spPr>
      </p:pic>
      <p:pic>
        <p:nvPicPr>
          <p:cNvPr id="727" name="Google Shape;727;p83"/>
          <p:cNvPicPr preferRelativeResize="0"/>
          <p:nvPr/>
        </p:nvPicPr>
        <p:blipFill>
          <a:blip r:embed="rId4">
            <a:alphaModFix/>
          </a:blip>
          <a:stretch>
            <a:fillRect/>
          </a:stretch>
        </p:blipFill>
        <p:spPr>
          <a:xfrm>
            <a:off x="6646525" y="3837529"/>
            <a:ext cx="892105" cy="677100"/>
          </a:xfrm>
          <a:prstGeom prst="rect">
            <a:avLst/>
          </a:prstGeom>
          <a:noFill/>
          <a:ln>
            <a:noFill/>
          </a:ln>
        </p:spPr>
      </p:pic>
      <p:sp>
        <p:nvSpPr>
          <p:cNvPr id="728" name="Google Shape;728;p83"/>
          <p:cNvSpPr txBox="1"/>
          <p:nvPr/>
        </p:nvSpPr>
        <p:spPr>
          <a:xfrm>
            <a:off x="8019625" y="96025"/>
            <a:ext cx="1482300" cy="5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Thomas</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84"/>
          <p:cNvSpPr txBox="1"/>
          <p:nvPr/>
        </p:nvSpPr>
        <p:spPr>
          <a:xfrm>
            <a:off x="560550" y="491675"/>
            <a:ext cx="8022900" cy="12735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rmAutofit fontScale="70000" lnSpcReduction="20000"/>
          </a:bodyPr>
          <a:lstStyle/>
          <a:p>
            <a:pPr indent="0" lvl="0" marL="0" rtl="0" algn="ctr">
              <a:spcBef>
                <a:spcPts val="0"/>
              </a:spcBef>
              <a:spcAft>
                <a:spcPts val="0"/>
              </a:spcAft>
              <a:buNone/>
            </a:pPr>
            <a:r>
              <a:rPr b="1" lang="en-GB" sz="2000">
                <a:solidFill>
                  <a:schemeClr val="lt1"/>
                </a:solidFill>
                <a:highlight>
                  <a:srgbClr val="05C4C4"/>
                </a:highlight>
                <a:latin typeface="Roboto Condensed"/>
                <a:ea typeface="Roboto Condensed"/>
                <a:cs typeface="Roboto Condensed"/>
                <a:sym typeface="Roboto Condensed"/>
              </a:rPr>
              <a:t>Thankfully we were able to get sketches of what the final product would look like and how to would work.</a:t>
            </a:r>
            <a:endParaRPr b="1" sz="2000">
              <a:solidFill>
                <a:schemeClr val="lt1"/>
              </a:solidFill>
              <a:highlight>
                <a:srgbClr val="05C4C4"/>
              </a:highlight>
              <a:latin typeface="Roboto Condensed"/>
              <a:ea typeface="Roboto Condensed"/>
              <a:cs typeface="Roboto Condensed"/>
              <a:sym typeface="Roboto Condensed"/>
            </a:endParaRPr>
          </a:p>
          <a:p>
            <a:pPr indent="0" lvl="0" marL="0" rtl="0" algn="ctr">
              <a:spcBef>
                <a:spcPts val="0"/>
              </a:spcBef>
              <a:spcAft>
                <a:spcPts val="0"/>
              </a:spcAft>
              <a:buNone/>
            </a:pPr>
            <a:r>
              <a:t/>
            </a:r>
            <a:endParaRPr b="1" sz="2000">
              <a:solidFill>
                <a:schemeClr val="lt1"/>
              </a:solidFill>
              <a:highlight>
                <a:srgbClr val="05C4C4"/>
              </a:highlight>
              <a:latin typeface="Roboto Condensed"/>
              <a:ea typeface="Roboto Condensed"/>
              <a:cs typeface="Roboto Condensed"/>
              <a:sym typeface="Roboto Condensed"/>
            </a:endParaRPr>
          </a:p>
          <a:p>
            <a:pPr indent="0" lvl="0" marL="0" rtl="0" algn="ctr">
              <a:spcBef>
                <a:spcPts val="0"/>
              </a:spcBef>
              <a:spcAft>
                <a:spcPts val="0"/>
              </a:spcAft>
              <a:buNone/>
            </a:pPr>
            <a:r>
              <a:rPr b="1" lang="en-GB" sz="2000">
                <a:solidFill>
                  <a:schemeClr val="lt1"/>
                </a:solidFill>
                <a:highlight>
                  <a:srgbClr val="05C4C4"/>
                </a:highlight>
                <a:latin typeface="Roboto Condensed"/>
                <a:ea typeface="Roboto Condensed"/>
                <a:cs typeface="Roboto Condensed"/>
                <a:sym typeface="Roboto Condensed"/>
              </a:rPr>
              <a:t>I’ve also made a brototype of how the camera will look </a:t>
            </a:r>
            <a:r>
              <a:rPr b="1" lang="en-GB" sz="2000">
                <a:solidFill>
                  <a:schemeClr val="lt1"/>
                </a:solidFill>
                <a:highlight>
                  <a:srgbClr val="05C4C4"/>
                </a:highlight>
                <a:latin typeface="Roboto Condensed"/>
                <a:ea typeface="Roboto Condensed"/>
                <a:cs typeface="Roboto Condensed"/>
                <a:sym typeface="Roboto Condensed"/>
              </a:rPr>
              <a:t>physically</a:t>
            </a:r>
            <a:r>
              <a:rPr b="1" lang="en-GB" sz="2000">
                <a:solidFill>
                  <a:schemeClr val="lt1"/>
                </a:solidFill>
                <a:highlight>
                  <a:srgbClr val="05C4C4"/>
                </a:highlight>
                <a:latin typeface="Roboto Condensed"/>
                <a:ea typeface="Roboto Condensed"/>
                <a:cs typeface="Roboto Condensed"/>
                <a:sym typeface="Roboto Condensed"/>
              </a:rPr>
              <a:t> when the customer will purchase it</a:t>
            </a:r>
            <a:endParaRPr b="1" sz="2000">
              <a:solidFill>
                <a:schemeClr val="lt1"/>
              </a:solidFill>
              <a:highlight>
                <a:srgbClr val="05C4C4"/>
              </a:highlight>
              <a:latin typeface="Roboto Condensed"/>
              <a:ea typeface="Roboto Condensed"/>
              <a:cs typeface="Roboto Condensed"/>
              <a:sym typeface="Roboto Condensed"/>
            </a:endParaRPr>
          </a:p>
          <a:p>
            <a:pPr indent="0" lvl="0" marL="0" rtl="0" algn="ctr">
              <a:spcBef>
                <a:spcPts val="0"/>
              </a:spcBef>
              <a:spcAft>
                <a:spcPts val="0"/>
              </a:spcAft>
              <a:buNone/>
            </a:pPr>
            <a:r>
              <a:t/>
            </a:r>
            <a:endParaRPr b="1" sz="2000">
              <a:solidFill>
                <a:schemeClr val="lt1"/>
              </a:solidFill>
              <a:highlight>
                <a:srgbClr val="05C4C4"/>
              </a:highlight>
              <a:latin typeface="Roboto Condensed"/>
              <a:ea typeface="Roboto Condensed"/>
              <a:cs typeface="Roboto Condensed"/>
              <a:sym typeface="Roboto Condensed"/>
            </a:endParaRPr>
          </a:p>
          <a:p>
            <a:pPr indent="0" lvl="0" marL="0" rtl="0" algn="ctr">
              <a:spcBef>
                <a:spcPts val="0"/>
              </a:spcBef>
              <a:spcAft>
                <a:spcPts val="0"/>
              </a:spcAft>
              <a:buNone/>
            </a:pPr>
            <a:r>
              <a:rPr b="1" lang="en-GB" sz="2000">
                <a:solidFill>
                  <a:schemeClr val="lt1"/>
                </a:solidFill>
                <a:highlight>
                  <a:srgbClr val="05C4C4"/>
                </a:highlight>
                <a:latin typeface="Roboto Condensed"/>
                <a:ea typeface="Roboto Condensed"/>
                <a:cs typeface="Roboto Condensed"/>
                <a:sym typeface="Roboto Condensed"/>
              </a:rPr>
              <a:t>I've</a:t>
            </a:r>
            <a:r>
              <a:rPr b="1" lang="en-GB" sz="2000">
                <a:solidFill>
                  <a:schemeClr val="lt1"/>
                </a:solidFill>
                <a:highlight>
                  <a:srgbClr val="05C4C4"/>
                </a:highlight>
                <a:latin typeface="Roboto Condensed"/>
                <a:ea typeface="Roboto Condensed"/>
                <a:cs typeface="Roboto Condensed"/>
                <a:sym typeface="Roboto Condensed"/>
              </a:rPr>
              <a:t> made this out of cardboard, the actual product will likely be made out of a type of </a:t>
            </a:r>
            <a:r>
              <a:rPr b="1" lang="en-GB" sz="2000">
                <a:solidFill>
                  <a:schemeClr val="lt1"/>
                </a:solidFill>
                <a:highlight>
                  <a:srgbClr val="05C4C4"/>
                </a:highlight>
                <a:latin typeface="Roboto Condensed"/>
                <a:ea typeface="Roboto Condensed"/>
                <a:cs typeface="Roboto Condensed"/>
                <a:sym typeface="Roboto Condensed"/>
              </a:rPr>
              <a:t>plastic</a:t>
            </a:r>
            <a:r>
              <a:rPr b="1" lang="en-GB" sz="2000">
                <a:solidFill>
                  <a:schemeClr val="lt1"/>
                </a:solidFill>
                <a:highlight>
                  <a:srgbClr val="05C4C4"/>
                </a:highlight>
                <a:latin typeface="Roboto Condensed"/>
                <a:ea typeface="Roboto Condensed"/>
                <a:cs typeface="Roboto Condensed"/>
                <a:sym typeface="Roboto Condensed"/>
              </a:rPr>
              <a:t> or metal so its sturdy and can </a:t>
            </a:r>
            <a:r>
              <a:rPr b="1" lang="en-GB" sz="2000">
                <a:solidFill>
                  <a:schemeClr val="lt1"/>
                </a:solidFill>
                <a:highlight>
                  <a:srgbClr val="05C4C4"/>
                </a:highlight>
                <a:latin typeface="Roboto Condensed"/>
                <a:ea typeface="Roboto Condensed"/>
                <a:cs typeface="Roboto Condensed"/>
                <a:sym typeface="Roboto Condensed"/>
              </a:rPr>
              <a:t>withstand</a:t>
            </a:r>
            <a:r>
              <a:rPr b="1" lang="en-GB" sz="2000">
                <a:solidFill>
                  <a:schemeClr val="lt1"/>
                </a:solidFill>
                <a:highlight>
                  <a:srgbClr val="05C4C4"/>
                </a:highlight>
                <a:latin typeface="Roboto Condensed"/>
                <a:ea typeface="Roboto Condensed"/>
                <a:cs typeface="Roboto Condensed"/>
                <a:sym typeface="Roboto Condensed"/>
              </a:rPr>
              <a:t> </a:t>
            </a:r>
            <a:r>
              <a:rPr b="1" lang="en-GB" sz="2000">
                <a:solidFill>
                  <a:schemeClr val="lt1"/>
                </a:solidFill>
                <a:highlight>
                  <a:srgbClr val="05C4C4"/>
                </a:highlight>
                <a:latin typeface="Roboto Condensed"/>
                <a:ea typeface="Roboto Condensed"/>
                <a:cs typeface="Roboto Condensed"/>
                <a:sym typeface="Roboto Condensed"/>
              </a:rPr>
              <a:t>classroom</a:t>
            </a:r>
            <a:r>
              <a:rPr b="1" lang="en-GB" sz="2000">
                <a:solidFill>
                  <a:schemeClr val="lt1"/>
                </a:solidFill>
                <a:highlight>
                  <a:srgbClr val="05C4C4"/>
                </a:highlight>
                <a:latin typeface="Roboto Condensed"/>
                <a:ea typeface="Roboto Condensed"/>
                <a:cs typeface="Roboto Condensed"/>
                <a:sym typeface="Roboto Condensed"/>
              </a:rPr>
              <a:t> activities and actions </a:t>
            </a:r>
            <a:endParaRPr b="1" sz="2000">
              <a:solidFill>
                <a:schemeClr val="lt1"/>
              </a:solidFill>
              <a:highlight>
                <a:srgbClr val="05C4C4"/>
              </a:highlight>
              <a:latin typeface="Roboto Condensed"/>
              <a:ea typeface="Roboto Condensed"/>
              <a:cs typeface="Roboto Condensed"/>
              <a:sym typeface="Roboto Condensed"/>
            </a:endParaRPr>
          </a:p>
        </p:txBody>
      </p:sp>
      <p:pic>
        <p:nvPicPr>
          <p:cNvPr id="734" name="Google Shape;734;p84"/>
          <p:cNvPicPr preferRelativeResize="0"/>
          <p:nvPr/>
        </p:nvPicPr>
        <p:blipFill rotWithShape="1">
          <a:blip r:embed="rId3">
            <a:alphaModFix/>
          </a:blip>
          <a:srcRect b="7354" l="0" r="0" t="11198"/>
          <a:stretch/>
        </p:blipFill>
        <p:spPr>
          <a:xfrm>
            <a:off x="2045875" y="1868850"/>
            <a:ext cx="5052252" cy="3086100"/>
          </a:xfrm>
          <a:prstGeom prst="rect">
            <a:avLst/>
          </a:prstGeom>
          <a:noFill/>
          <a:ln cap="flat" cmpd="sng" w="19050">
            <a:solidFill>
              <a:schemeClr val="dk1"/>
            </a:solidFill>
            <a:prstDash val="solid"/>
            <a:round/>
            <a:headEnd len="sm" w="sm" type="none"/>
            <a:tailEnd len="sm" w="sm" type="none"/>
          </a:ln>
        </p:spPr>
      </p:pic>
      <p:sp>
        <p:nvSpPr>
          <p:cNvPr id="735" name="Google Shape;735;p84"/>
          <p:cNvSpPr txBox="1"/>
          <p:nvPr/>
        </p:nvSpPr>
        <p:spPr>
          <a:xfrm>
            <a:off x="8097050" y="62750"/>
            <a:ext cx="1548600" cy="5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Thomas</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pic>
        <p:nvPicPr>
          <p:cNvPr id="740" name="Google Shape;740;p85" title="Screenshot 2025-09-14 8.21.54 PM.png"/>
          <p:cNvPicPr preferRelativeResize="0"/>
          <p:nvPr/>
        </p:nvPicPr>
        <p:blipFill rotWithShape="1">
          <a:blip r:embed="rId3">
            <a:alphaModFix/>
          </a:blip>
          <a:srcRect b="20038" l="12431" r="3569" t="5744"/>
          <a:stretch/>
        </p:blipFill>
        <p:spPr>
          <a:xfrm>
            <a:off x="202025" y="1574500"/>
            <a:ext cx="4280700" cy="3182450"/>
          </a:xfrm>
          <a:prstGeom prst="rect">
            <a:avLst/>
          </a:prstGeom>
          <a:noFill/>
          <a:ln cap="flat" cmpd="sng" w="19050">
            <a:solidFill>
              <a:schemeClr val="dk1"/>
            </a:solidFill>
            <a:prstDash val="solid"/>
            <a:round/>
            <a:headEnd len="sm" w="sm" type="none"/>
            <a:tailEnd len="sm" w="sm" type="none"/>
          </a:ln>
        </p:spPr>
      </p:pic>
      <p:pic>
        <p:nvPicPr>
          <p:cNvPr id="741" name="Google Shape;741;p85" title="Screenshot 2025-09-14 8.22.16 PM.png"/>
          <p:cNvPicPr preferRelativeResize="0"/>
          <p:nvPr/>
        </p:nvPicPr>
        <p:blipFill>
          <a:blip r:embed="rId4">
            <a:alphaModFix/>
          </a:blip>
          <a:stretch>
            <a:fillRect/>
          </a:stretch>
        </p:blipFill>
        <p:spPr>
          <a:xfrm>
            <a:off x="4653250" y="1574500"/>
            <a:ext cx="4267200" cy="3182454"/>
          </a:xfrm>
          <a:prstGeom prst="rect">
            <a:avLst/>
          </a:prstGeom>
          <a:noFill/>
          <a:ln cap="flat" cmpd="sng" w="19050">
            <a:solidFill>
              <a:schemeClr val="dk1"/>
            </a:solidFill>
            <a:prstDash val="solid"/>
            <a:round/>
            <a:headEnd len="sm" w="sm" type="none"/>
            <a:tailEnd len="sm" w="sm" type="none"/>
          </a:ln>
        </p:spPr>
      </p:pic>
      <p:sp>
        <p:nvSpPr>
          <p:cNvPr id="742" name="Google Shape;742;p85"/>
          <p:cNvSpPr txBox="1"/>
          <p:nvPr/>
        </p:nvSpPr>
        <p:spPr>
          <a:xfrm>
            <a:off x="2495100" y="332400"/>
            <a:ext cx="4267200" cy="9954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4600" u="sng">
                <a:solidFill>
                  <a:schemeClr val="lt1"/>
                </a:solidFill>
                <a:latin typeface="Roboto Condensed"/>
                <a:ea typeface="Roboto Condensed"/>
                <a:cs typeface="Roboto Condensed"/>
                <a:sym typeface="Roboto Condensed"/>
              </a:rPr>
              <a:t>Physical Camera:</a:t>
            </a:r>
            <a:endParaRPr b="1" sz="4600" u="sng">
              <a:solidFill>
                <a:schemeClr val="lt1"/>
              </a:solidFill>
              <a:latin typeface="Roboto Condensed"/>
              <a:ea typeface="Roboto Condensed"/>
              <a:cs typeface="Roboto Condensed"/>
              <a:sym typeface="Roboto Condensed"/>
            </a:endParaRPr>
          </a:p>
        </p:txBody>
      </p:sp>
      <p:sp>
        <p:nvSpPr>
          <p:cNvPr id="743" name="Google Shape;743;p85"/>
          <p:cNvSpPr txBox="1"/>
          <p:nvPr/>
        </p:nvSpPr>
        <p:spPr>
          <a:xfrm>
            <a:off x="7953225" y="60850"/>
            <a:ext cx="1769700" cy="4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Thomas</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86"/>
          <p:cNvSpPr txBox="1"/>
          <p:nvPr>
            <p:ph idx="1" type="subTitle"/>
          </p:nvPr>
        </p:nvSpPr>
        <p:spPr>
          <a:xfrm>
            <a:off x="905575" y="1051150"/>
            <a:ext cx="7504800" cy="14025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t>After our R</a:t>
            </a:r>
            <a:r>
              <a:rPr lang="en-GB"/>
              <a:t>aspberry</a:t>
            </a:r>
            <a:r>
              <a:rPr lang="en-GB"/>
              <a:t> PI died, we decided that we would use an AI website builder to make a prototype; W</a:t>
            </a:r>
            <a:r>
              <a:rPr lang="en-GB"/>
              <a:t>ith base44 being our website of choice</a:t>
            </a:r>
            <a:r>
              <a:rPr lang="en-GB"/>
              <a:t> While it worked great at first, it </a:t>
            </a:r>
            <a:r>
              <a:rPr lang="en-GB"/>
              <a:t>didn't</a:t>
            </a:r>
            <a:r>
              <a:rPr lang="en-GB"/>
              <a:t> last long, as after about a week it </a:t>
            </a:r>
            <a:r>
              <a:rPr lang="en-GB"/>
              <a:t>decided</a:t>
            </a:r>
            <a:r>
              <a:rPr lang="en-GB"/>
              <a:t> to lock us out of the AI features with a paywall, with none of us willing to pay $20 USD a month, we had to switch, I went from website to website trying to find one that would work </a:t>
            </a:r>
            <a:r>
              <a:rPr lang="en-GB"/>
              <a:t>temporarily, </a:t>
            </a:r>
            <a:r>
              <a:rPr lang="en-GB"/>
              <a:t>even if it </a:t>
            </a:r>
            <a:r>
              <a:rPr lang="en-GB"/>
              <a:t>wasn't</a:t>
            </a:r>
            <a:r>
              <a:rPr lang="en-GB"/>
              <a:t> the best. But there was not one that could </a:t>
            </a:r>
            <a:r>
              <a:rPr lang="en-GB"/>
              <a:t>fulfill</a:t>
            </a:r>
            <a:r>
              <a:rPr lang="en-GB"/>
              <a:t> our needs. Even the </a:t>
            </a:r>
            <a:r>
              <a:rPr lang="en-GB"/>
              <a:t>recommended website</a:t>
            </a:r>
            <a:r>
              <a:rPr lang="en-GB"/>
              <a:t> form Cooper (</a:t>
            </a:r>
            <a:r>
              <a:rPr lang="en-GB" u="sng">
                <a:solidFill>
                  <a:schemeClr val="hlink"/>
                </a:solidFill>
                <a:hlinkClick r:id="rId3"/>
              </a:rPr>
              <a:t>createanything.com</a:t>
            </a:r>
            <a:r>
              <a:rPr lang="en-GB"/>
              <a:t>)</a:t>
            </a:r>
            <a:r>
              <a:rPr lang="en-GB"/>
              <a:t> </a:t>
            </a:r>
            <a:r>
              <a:rPr lang="en-GB"/>
              <a:t>didn't</a:t>
            </a:r>
            <a:r>
              <a:rPr lang="en-GB"/>
              <a:t> last long before it told me I had run out of credits. </a:t>
            </a:r>
            <a:endParaRPr/>
          </a:p>
        </p:txBody>
      </p:sp>
      <p:sp>
        <p:nvSpPr>
          <p:cNvPr id="749" name="Google Shape;749;p86"/>
          <p:cNvSpPr txBox="1"/>
          <p:nvPr>
            <p:ph type="ctrTitle"/>
          </p:nvPr>
        </p:nvSpPr>
        <p:spPr>
          <a:xfrm flipH="1">
            <a:off x="1662000" y="98175"/>
            <a:ext cx="5820000" cy="8382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u="sng"/>
              <a:t>Failures with face ID:</a:t>
            </a:r>
            <a:endParaRPr u="sng"/>
          </a:p>
        </p:txBody>
      </p:sp>
      <p:pic>
        <p:nvPicPr>
          <p:cNvPr id="750" name="Google Shape;750;p86"/>
          <p:cNvPicPr preferRelativeResize="0"/>
          <p:nvPr/>
        </p:nvPicPr>
        <p:blipFill>
          <a:blip r:embed="rId4">
            <a:alphaModFix/>
          </a:blip>
          <a:stretch>
            <a:fillRect/>
          </a:stretch>
        </p:blipFill>
        <p:spPr>
          <a:xfrm>
            <a:off x="93900" y="2572288"/>
            <a:ext cx="2773827" cy="1484425"/>
          </a:xfrm>
          <a:prstGeom prst="rect">
            <a:avLst/>
          </a:prstGeom>
          <a:noFill/>
          <a:ln cap="flat" cmpd="sng" w="19050">
            <a:solidFill>
              <a:schemeClr val="dk1"/>
            </a:solidFill>
            <a:prstDash val="solid"/>
            <a:round/>
            <a:headEnd len="sm" w="sm" type="none"/>
            <a:tailEnd len="sm" w="sm" type="none"/>
          </a:ln>
        </p:spPr>
      </p:pic>
      <p:pic>
        <p:nvPicPr>
          <p:cNvPr id="751" name="Google Shape;751;p86"/>
          <p:cNvPicPr preferRelativeResize="0"/>
          <p:nvPr/>
        </p:nvPicPr>
        <p:blipFill>
          <a:blip r:embed="rId5">
            <a:alphaModFix/>
          </a:blip>
          <a:stretch>
            <a:fillRect/>
          </a:stretch>
        </p:blipFill>
        <p:spPr>
          <a:xfrm>
            <a:off x="3272565" y="2571154"/>
            <a:ext cx="2032548" cy="1618698"/>
          </a:xfrm>
          <a:prstGeom prst="rect">
            <a:avLst/>
          </a:prstGeom>
          <a:noFill/>
          <a:ln cap="flat" cmpd="sng" w="19050">
            <a:solidFill>
              <a:schemeClr val="dk1"/>
            </a:solidFill>
            <a:prstDash val="solid"/>
            <a:round/>
            <a:headEnd len="sm" w="sm" type="none"/>
            <a:tailEnd len="sm" w="sm" type="none"/>
          </a:ln>
        </p:spPr>
      </p:pic>
      <p:cxnSp>
        <p:nvCxnSpPr>
          <p:cNvPr id="752" name="Google Shape;752;p86"/>
          <p:cNvCxnSpPr/>
          <p:nvPr/>
        </p:nvCxnSpPr>
        <p:spPr>
          <a:xfrm flipH="1" rot="10800000">
            <a:off x="839300" y="4175365"/>
            <a:ext cx="120600" cy="333300"/>
          </a:xfrm>
          <a:prstGeom prst="straightConnector1">
            <a:avLst/>
          </a:prstGeom>
          <a:noFill/>
          <a:ln cap="flat" cmpd="sng" w="9525">
            <a:solidFill>
              <a:srgbClr val="000000"/>
            </a:solidFill>
            <a:prstDash val="solid"/>
            <a:round/>
            <a:headEnd len="med" w="med" type="none"/>
            <a:tailEnd len="med" w="med" type="triangle"/>
          </a:ln>
        </p:spPr>
      </p:cxnSp>
      <p:sp>
        <p:nvSpPr>
          <p:cNvPr id="753" name="Google Shape;753;p86"/>
          <p:cNvSpPr txBox="1"/>
          <p:nvPr/>
        </p:nvSpPr>
        <p:spPr>
          <a:xfrm>
            <a:off x="512425" y="4435640"/>
            <a:ext cx="1217100" cy="39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Base 44</a:t>
            </a:r>
            <a:endParaRPr sz="1800">
              <a:solidFill>
                <a:schemeClr val="lt1"/>
              </a:solidFill>
              <a:latin typeface="Roboto Condensed Light"/>
              <a:ea typeface="Roboto Condensed Light"/>
              <a:cs typeface="Roboto Condensed Light"/>
              <a:sym typeface="Roboto Condensed Light"/>
            </a:endParaRPr>
          </a:p>
        </p:txBody>
      </p:sp>
      <p:cxnSp>
        <p:nvCxnSpPr>
          <p:cNvPr id="754" name="Google Shape;754;p86"/>
          <p:cNvCxnSpPr/>
          <p:nvPr/>
        </p:nvCxnSpPr>
        <p:spPr>
          <a:xfrm rot="10800000">
            <a:off x="4278900" y="4307350"/>
            <a:ext cx="25500" cy="365100"/>
          </a:xfrm>
          <a:prstGeom prst="straightConnector1">
            <a:avLst/>
          </a:prstGeom>
          <a:noFill/>
          <a:ln cap="flat" cmpd="sng" w="9525">
            <a:solidFill>
              <a:srgbClr val="000000"/>
            </a:solidFill>
            <a:prstDash val="solid"/>
            <a:round/>
            <a:headEnd len="med" w="med" type="none"/>
            <a:tailEnd len="med" w="med" type="triangle"/>
          </a:ln>
        </p:spPr>
      </p:cxnSp>
      <p:sp>
        <p:nvSpPr>
          <p:cNvPr id="755" name="Google Shape;755;p86"/>
          <p:cNvSpPr txBox="1"/>
          <p:nvPr/>
        </p:nvSpPr>
        <p:spPr>
          <a:xfrm>
            <a:off x="3433275" y="4576375"/>
            <a:ext cx="21267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createanything.com</a:t>
            </a:r>
            <a:endParaRPr sz="1800">
              <a:solidFill>
                <a:schemeClr val="lt1"/>
              </a:solidFill>
              <a:latin typeface="Roboto Condensed Light"/>
              <a:ea typeface="Roboto Condensed Light"/>
              <a:cs typeface="Roboto Condensed Light"/>
              <a:sym typeface="Roboto Condensed Light"/>
            </a:endParaRPr>
          </a:p>
        </p:txBody>
      </p:sp>
      <p:pic>
        <p:nvPicPr>
          <p:cNvPr id="756" name="Google Shape;756;p86"/>
          <p:cNvPicPr preferRelativeResize="0"/>
          <p:nvPr/>
        </p:nvPicPr>
        <p:blipFill>
          <a:blip r:embed="rId6">
            <a:alphaModFix/>
          </a:blip>
          <a:stretch>
            <a:fillRect/>
          </a:stretch>
        </p:blipFill>
        <p:spPr>
          <a:xfrm>
            <a:off x="5803876" y="2540300"/>
            <a:ext cx="3194025" cy="1746732"/>
          </a:xfrm>
          <a:prstGeom prst="rect">
            <a:avLst/>
          </a:prstGeom>
          <a:noFill/>
          <a:ln cap="flat" cmpd="sng" w="19050">
            <a:solidFill>
              <a:schemeClr val="dk1"/>
            </a:solidFill>
            <a:prstDash val="solid"/>
            <a:round/>
            <a:headEnd len="sm" w="sm" type="none"/>
            <a:tailEnd len="sm" w="sm" type="none"/>
          </a:ln>
        </p:spPr>
      </p:pic>
      <p:cxnSp>
        <p:nvCxnSpPr>
          <p:cNvPr id="757" name="Google Shape;757;p86"/>
          <p:cNvCxnSpPr/>
          <p:nvPr/>
        </p:nvCxnSpPr>
        <p:spPr>
          <a:xfrm flipH="1" rot="10800000">
            <a:off x="6975425" y="4373667"/>
            <a:ext cx="98100" cy="358800"/>
          </a:xfrm>
          <a:prstGeom prst="straightConnector1">
            <a:avLst/>
          </a:prstGeom>
          <a:noFill/>
          <a:ln cap="flat" cmpd="sng" w="9525">
            <a:solidFill>
              <a:srgbClr val="000000"/>
            </a:solidFill>
            <a:prstDash val="solid"/>
            <a:round/>
            <a:headEnd len="med" w="med" type="none"/>
            <a:tailEnd len="med" w="med" type="triangle"/>
          </a:ln>
        </p:spPr>
      </p:cxnSp>
      <p:sp>
        <p:nvSpPr>
          <p:cNvPr id="758" name="Google Shape;758;p86"/>
          <p:cNvSpPr txBox="1"/>
          <p:nvPr/>
        </p:nvSpPr>
        <p:spPr>
          <a:xfrm>
            <a:off x="6268450" y="4595575"/>
            <a:ext cx="2402100" cy="32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same.new</a:t>
            </a:r>
            <a:endParaRPr sz="1800">
              <a:solidFill>
                <a:schemeClr val="lt1"/>
              </a:solidFill>
              <a:latin typeface="Roboto Condensed Light"/>
              <a:ea typeface="Roboto Condensed Light"/>
              <a:cs typeface="Roboto Condensed Light"/>
              <a:sym typeface="Roboto Condensed Light"/>
            </a:endParaRPr>
          </a:p>
        </p:txBody>
      </p:sp>
      <p:sp>
        <p:nvSpPr>
          <p:cNvPr id="759" name="Google Shape;759;p86"/>
          <p:cNvSpPr txBox="1"/>
          <p:nvPr/>
        </p:nvSpPr>
        <p:spPr>
          <a:xfrm>
            <a:off x="7704225" y="315525"/>
            <a:ext cx="1721400" cy="2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George</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87"/>
          <p:cNvSpPr txBox="1"/>
          <p:nvPr>
            <p:ph idx="1" type="subTitle"/>
          </p:nvPr>
        </p:nvSpPr>
        <p:spPr>
          <a:xfrm>
            <a:off x="1072650" y="1185650"/>
            <a:ext cx="6998700" cy="5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t>Our final product was built on thonny with the large help from AI and my family as test subjects: </a:t>
            </a:r>
            <a:endParaRPr u="sng"/>
          </a:p>
        </p:txBody>
      </p:sp>
      <p:sp>
        <p:nvSpPr>
          <p:cNvPr id="765" name="Google Shape;765;p87"/>
          <p:cNvSpPr txBox="1"/>
          <p:nvPr>
            <p:ph type="ctrTitle"/>
          </p:nvPr>
        </p:nvSpPr>
        <p:spPr>
          <a:xfrm flipH="1">
            <a:off x="2501550" y="200125"/>
            <a:ext cx="4140900" cy="838200"/>
          </a:xfrm>
          <a:prstGeom prst="rect">
            <a:avLst/>
          </a:prstGeom>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u="sng"/>
              <a:t>Final Class ID:</a:t>
            </a:r>
            <a:endParaRPr u="sng"/>
          </a:p>
        </p:txBody>
      </p:sp>
      <p:pic>
        <p:nvPicPr>
          <p:cNvPr id="766" name="Google Shape;766;p87"/>
          <p:cNvPicPr preferRelativeResize="0"/>
          <p:nvPr/>
        </p:nvPicPr>
        <p:blipFill>
          <a:blip r:embed="rId3">
            <a:alphaModFix/>
          </a:blip>
          <a:stretch>
            <a:fillRect/>
          </a:stretch>
        </p:blipFill>
        <p:spPr>
          <a:xfrm>
            <a:off x="3664057" y="2942175"/>
            <a:ext cx="1815900" cy="1442925"/>
          </a:xfrm>
          <a:prstGeom prst="rect">
            <a:avLst/>
          </a:prstGeom>
          <a:noFill/>
          <a:ln cap="flat" cmpd="sng" w="19050">
            <a:solidFill>
              <a:schemeClr val="dk1"/>
            </a:solidFill>
            <a:prstDash val="solid"/>
            <a:round/>
            <a:headEnd len="sm" w="sm" type="none"/>
            <a:tailEnd len="sm" w="sm" type="none"/>
          </a:ln>
        </p:spPr>
      </p:pic>
      <p:pic>
        <p:nvPicPr>
          <p:cNvPr id="767" name="Google Shape;767;p87"/>
          <p:cNvPicPr preferRelativeResize="0"/>
          <p:nvPr/>
        </p:nvPicPr>
        <p:blipFill>
          <a:blip r:embed="rId4">
            <a:alphaModFix/>
          </a:blip>
          <a:stretch>
            <a:fillRect/>
          </a:stretch>
        </p:blipFill>
        <p:spPr>
          <a:xfrm>
            <a:off x="914650" y="4566589"/>
            <a:ext cx="7043724" cy="431387"/>
          </a:xfrm>
          <a:prstGeom prst="rect">
            <a:avLst/>
          </a:prstGeom>
          <a:noFill/>
          <a:ln>
            <a:noFill/>
          </a:ln>
        </p:spPr>
      </p:pic>
      <p:pic>
        <p:nvPicPr>
          <p:cNvPr id="768" name="Google Shape;768;p87"/>
          <p:cNvPicPr preferRelativeResize="0"/>
          <p:nvPr/>
        </p:nvPicPr>
        <p:blipFill>
          <a:blip r:embed="rId5">
            <a:alphaModFix/>
          </a:blip>
          <a:stretch>
            <a:fillRect/>
          </a:stretch>
        </p:blipFill>
        <p:spPr>
          <a:xfrm>
            <a:off x="5638500" y="1847175"/>
            <a:ext cx="3457751" cy="1170000"/>
          </a:xfrm>
          <a:prstGeom prst="rect">
            <a:avLst/>
          </a:prstGeom>
          <a:noFill/>
          <a:ln>
            <a:noFill/>
          </a:ln>
        </p:spPr>
      </p:pic>
      <p:pic>
        <p:nvPicPr>
          <p:cNvPr id="769" name="Google Shape;769;p87"/>
          <p:cNvPicPr preferRelativeResize="0"/>
          <p:nvPr/>
        </p:nvPicPr>
        <p:blipFill>
          <a:blip r:embed="rId6">
            <a:alphaModFix/>
          </a:blip>
          <a:stretch>
            <a:fillRect/>
          </a:stretch>
        </p:blipFill>
        <p:spPr>
          <a:xfrm>
            <a:off x="47750" y="1847175"/>
            <a:ext cx="3457751" cy="11699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88"/>
          <p:cNvSpPr txBox="1"/>
          <p:nvPr/>
        </p:nvSpPr>
        <p:spPr>
          <a:xfrm>
            <a:off x="2664925" y="44025"/>
            <a:ext cx="3850500" cy="636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GB" sz="3000" u="sng">
                <a:solidFill>
                  <a:schemeClr val="lt1"/>
                </a:solidFill>
                <a:latin typeface="Squada One"/>
                <a:ea typeface="Squada One"/>
                <a:cs typeface="Squada One"/>
                <a:sym typeface="Squada One"/>
              </a:rPr>
              <a:t>Finalised</a:t>
            </a:r>
            <a:r>
              <a:rPr lang="en-GB" sz="3000" u="sng">
                <a:solidFill>
                  <a:schemeClr val="lt1"/>
                </a:solidFill>
                <a:latin typeface="Squada One"/>
                <a:ea typeface="Squada One"/>
                <a:cs typeface="Squada One"/>
                <a:sym typeface="Squada One"/>
              </a:rPr>
              <a:t> </a:t>
            </a:r>
            <a:r>
              <a:rPr lang="en-GB" sz="3000" u="sng">
                <a:solidFill>
                  <a:schemeClr val="lt1"/>
                </a:solidFill>
                <a:latin typeface="Squada One"/>
                <a:ea typeface="Squada One"/>
                <a:cs typeface="Squada One"/>
                <a:sym typeface="Squada One"/>
              </a:rPr>
              <a:t>Gantt Chart:</a:t>
            </a:r>
            <a:endParaRPr sz="3000" u="sng">
              <a:solidFill>
                <a:schemeClr val="lt1"/>
              </a:solidFill>
              <a:latin typeface="Squada One"/>
              <a:ea typeface="Squada One"/>
              <a:cs typeface="Squada One"/>
              <a:sym typeface="Squada One"/>
            </a:endParaRPr>
          </a:p>
        </p:txBody>
      </p:sp>
      <p:pic>
        <p:nvPicPr>
          <p:cNvPr id="775" name="Google Shape;775;p88"/>
          <p:cNvPicPr preferRelativeResize="0"/>
          <p:nvPr/>
        </p:nvPicPr>
        <p:blipFill rotWithShape="1">
          <a:blip r:embed="rId3">
            <a:alphaModFix/>
          </a:blip>
          <a:srcRect b="7054" l="0" r="7054" t="0"/>
          <a:stretch/>
        </p:blipFill>
        <p:spPr>
          <a:xfrm>
            <a:off x="338539" y="745266"/>
            <a:ext cx="8503255" cy="4381425"/>
          </a:xfrm>
          <a:prstGeom prst="rect">
            <a:avLst/>
          </a:prstGeom>
          <a:noFill/>
          <a:ln cap="flat" cmpd="sng" w="19050">
            <a:solidFill>
              <a:schemeClr val="dk1"/>
            </a:solidFill>
            <a:prstDash val="solid"/>
            <a:round/>
            <a:headEnd len="sm" w="sm" type="none"/>
            <a:tailEnd len="sm" w="sm" type="none"/>
          </a:ln>
        </p:spPr>
      </p:pic>
      <p:sp>
        <p:nvSpPr>
          <p:cNvPr id="776" name="Google Shape;776;p88"/>
          <p:cNvSpPr txBox="1"/>
          <p:nvPr/>
        </p:nvSpPr>
        <p:spPr>
          <a:xfrm>
            <a:off x="7750275" y="322400"/>
            <a:ext cx="1091400" cy="16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Aden</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89"/>
          <p:cNvSpPr txBox="1"/>
          <p:nvPr/>
        </p:nvSpPr>
        <p:spPr>
          <a:xfrm>
            <a:off x="1930950" y="96025"/>
            <a:ext cx="5282100" cy="677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lang="en-GB" sz="3200" u="sng">
                <a:solidFill>
                  <a:schemeClr val="lt1"/>
                </a:solidFill>
                <a:latin typeface="Squada One"/>
                <a:ea typeface="Squada One"/>
                <a:cs typeface="Squada One"/>
                <a:sym typeface="Squada One"/>
              </a:rPr>
              <a:t>Final Summary:</a:t>
            </a:r>
            <a:endParaRPr sz="3200">
              <a:solidFill>
                <a:schemeClr val="lt1"/>
              </a:solidFill>
              <a:latin typeface="Squada One"/>
              <a:ea typeface="Squada One"/>
              <a:cs typeface="Squada One"/>
              <a:sym typeface="Squada One"/>
            </a:endParaRPr>
          </a:p>
        </p:txBody>
      </p:sp>
      <p:sp>
        <p:nvSpPr>
          <p:cNvPr id="782" name="Google Shape;782;p89"/>
          <p:cNvSpPr txBox="1"/>
          <p:nvPr/>
        </p:nvSpPr>
        <p:spPr>
          <a:xfrm>
            <a:off x="544800" y="1003650"/>
            <a:ext cx="8054400" cy="37038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lt1"/>
                </a:solidFill>
                <a:latin typeface="Roboto Condensed"/>
                <a:ea typeface="Roboto Condensed"/>
                <a:cs typeface="Roboto Condensed"/>
                <a:sym typeface="Roboto Condensed"/>
              </a:rPr>
              <a:t>Overall, while we didn’t ultimately achieve goal of creating the fully working project. But, we do believe that we could of had our own fully working project, if not for the problems mentioned on the previous page. </a:t>
            </a:r>
            <a:endParaRPr b="1">
              <a:solidFill>
                <a:schemeClr val="lt1"/>
              </a:solidFill>
              <a:latin typeface="Roboto Condensed"/>
              <a:ea typeface="Roboto Condensed"/>
              <a:cs typeface="Roboto Condensed"/>
              <a:sym typeface="Roboto Condensed"/>
            </a:endParaRPr>
          </a:p>
          <a:p>
            <a:pPr indent="0" lvl="0" marL="0" rtl="0" algn="l">
              <a:spcBef>
                <a:spcPts val="0"/>
              </a:spcBef>
              <a:spcAft>
                <a:spcPts val="0"/>
              </a:spcAft>
              <a:buNone/>
            </a:pPr>
            <a:r>
              <a:t/>
            </a:r>
            <a:endParaRPr b="1">
              <a:solidFill>
                <a:schemeClr val="lt1"/>
              </a:solidFill>
              <a:latin typeface="Roboto Condensed"/>
              <a:ea typeface="Roboto Condensed"/>
              <a:cs typeface="Roboto Condensed"/>
              <a:sym typeface="Roboto Condensed"/>
            </a:endParaRPr>
          </a:p>
          <a:p>
            <a:pPr indent="0" lvl="0" marL="0" rtl="0" algn="l">
              <a:spcBef>
                <a:spcPts val="0"/>
              </a:spcBef>
              <a:spcAft>
                <a:spcPts val="0"/>
              </a:spcAft>
              <a:buNone/>
            </a:pPr>
            <a:r>
              <a:rPr b="1" lang="en-GB" u="sng">
                <a:latin typeface="Roboto Condensed"/>
                <a:ea typeface="Roboto Condensed"/>
                <a:cs typeface="Roboto Condensed"/>
                <a:sym typeface="Roboto Condensed"/>
              </a:rPr>
              <a:t>Changes we would have made, and things we would have done differently:</a:t>
            </a:r>
            <a:endParaRPr b="1" u="sng">
              <a:latin typeface="Roboto Condensed"/>
              <a:ea typeface="Roboto Condensed"/>
              <a:cs typeface="Roboto Condensed"/>
              <a:sym typeface="Roboto Condensed"/>
            </a:endParaRPr>
          </a:p>
          <a:p>
            <a:pPr indent="0" lvl="0" marL="0" rtl="0" algn="l">
              <a:spcBef>
                <a:spcPts val="0"/>
              </a:spcBef>
              <a:spcAft>
                <a:spcPts val="0"/>
              </a:spcAft>
              <a:buNone/>
            </a:pPr>
            <a:r>
              <a:t/>
            </a:r>
            <a:endParaRPr b="1" u="sng">
              <a:solidFill>
                <a:schemeClr val="lt1"/>
              </a:solidFill>
              <a:latin typeface="Roboto Condensed"/>
              <a:ea typeface="Roboto Condensed"/>
              <a:cs typeface="Roboto Condensed"/>
              <a:sym typeface="Roboto Condensed"/>
            </a:endParaRPr>
          </a:p>
          <a:p>
            <a:pPr indent="-317500" lvl="0" marL="457200" rtl="0" algn="l">
              <a:spcBef>
                <a:spcPts val="0"/>
              </a:spcBef>
              <a:spcAft>
                <a:spcPts val="0"/>
              </a:spcAft>
              <a:buClr>
                <a:schemeClr val="lt1"/>
              </a:buClr>
              <a:buSzPts val="1400"/>
              <a:buFont typeface="Roboto Condensed"/>
              <a:buChar char="-"/>
            </a:pPr>
            <a:r>
              <a:rPr b="1" lang="en-GB">
                <a:solidFill>
                  <a:schemeClr val="lt1"/>
                </a:solidFill>
                <a:latin typeface="Roboto Condensed"/>
                <a:ea typeface="Roboto Condensed"/>
                <a:cs typeface="Roboto Condensed"/>
                <a:sym typeface="Roboto Condensed"/>
              </a:rPr>
              <a:t>Plan out the </a:t>
            </a:r>
            <a:r>
              <a:rPr b="1" lang="en-GB">
                <a:solidFill>
                  <a:schemeClr val="lt1"/>
                </a:solidFill>
                <a:latin typeface="Roboto Condensed"/>
                <a:ea typeface="Roboto Condensed"/>
                <a:cs typeface="Roboto Condensed"/>
                <a:sym typeface="Roboto Condensed"/>
              </a:rPr>
              <a:t>process</a:t>
            </a:r>
            <a:r>
              <a:rPr b="1" lang="en-GB">
                <a:solidFill>
                  <a:schemeClr val="lt1"/>
                </a:solidFill>
                <a:latin typeface="Roboto Condensed"/>
                <a:ea typeface="Roboto Condensed"/>
                <a:cs typeface="Roboto Condensed"/>
                <a:sym typeface="Roboto Condensed"/>
              </a:rPr>
              <a:t> more.</a:t>
            </a:r>
            <a:endParaRPr b="1">
              <a:solidFill>
                <a:schemeClr val="lt1"/>
              </a:solidFill>
              <a:latin typeface="Roboto Condensed"/>
              <a:ea typeface="Roboto Condensed"/>
              <a:cs typeface="Roboto Condensed"/>
              <a:sym typeface="Roboto Condensed"/>
            </a:endParaRPr>
          </a:p>
          <a:p>
            <a:pPr indent="0" lvl="0" marL="914400" rtl="0" algn="l">
              <a:spcBef>
                <a:spcPts val="0"/>
              </a:spcBef>
              <a:spcAft>
                <a:spcPts val="0"/>
              </a:spcAft>
              <a:buNone/>
            </a:pPr>
            <a:r>
              <a:t/>
            </a:r>
            <a:endParaRPr b="1">
              <a:solidFill>
                <a:schemeClr val="lt1"/>
              </a:solidFill>
              <a:latin typeface="Roboto Condensed"/>
              <a:ea typeface="Roboto Condensed"/>
              <a:cs typeface="Roboto Condensed"/>
              <a:sym typeface="Roboto Condensed"/>
            </a:endParaRPr>
          </a:p>
          <a:p>
            <a:pPr indent="-317500" lvl="0" marL="457200" rtl="0" algn="l">
              <a:spcBef>
                <a:spcPts val="0"/>
              </a:spcBef>
              <a:spcAft>
                <a:spcPts val="0"/>
              </a:spcAft>
              <a:buClr>
                <a:schemeClr val="lt1"/>
              </a:buClr>
              <a:buSzPts val="1400"/>
              <a:buFont typeface="Roboto Condensed"/>
              <a:buChar char="-"/>
            </a:pPr>
            <a:r>
              <a:rPr b="1" lang="en-GB">
                <a:solidFill>
                  <a:schemeClr val="lt1"/>
                </a:solidFill>
                <a:latin typeface="Roboto Condensed"/>
                <a:ea typeface="Roboto Condensed"/>
                <a:cs typeface="Roboto Condensed"/>
                <a:sym typeface="Roboto Condensed"/>
              </a:rPr>
              <a:t>Plan out </a:t>
            </a:r>
            <a:r>
              <a:rPr b="1" lang="en-GB">
                <a:solidFill>
                  <a:schemeClr val="lt1"/>
                </a:solidFill>
                <a:latin typeface="Roboto Condensed"/>
                <a:ea typeface="Roboto Condensed"/>
                <a:cs typeface="Roboto Condensed"/>
                <a:sym typeface="Roboto Condensed"/>
              </a:rPr>
              <a:t>alternative</a:t>
            </a:r>
            <a:r>
              <a:rPr b="1" lang="en-GB">
                <a:solidFill>
                  <a:schemeClr val="lt1"/>
                </a:solidFill>
                <a:latin typeface="Roboto Condensed"/>
                <a:ea typeface="Roboto Condensed"/>
                <a:cs typeface="Roboto Condensed"/>
                <a:sym typeface="Roboto Condensed"/>
              </a:rPr>
              <a:t> options.</a:t>
            </a:r>
            <a:endParaRPr b="1">
              <a:solidFill>
                <a:schemeClr val="lt1"/>
              </a:solidFill>
              <a:latin typeface="Roboto Condensed"/>
              <a:ea typeface="Roboto Condensed"/>
              <a:cs typeface="Roboto Condensed"/>
              <a:sym typeface="Roboto Condensed"/>
            </a:endParaRPr>
          </a:p>
          <a:p>
            <a:pPr indent="0" lvl="0" marL="914400" rtl="0" algn="l">
              <a:spcBef>
                <a:spcPts val="0"/>
              </a:spcBef>
              <a:spcAft>
                <a:spcPts val="0"/>
              </a:spcAft>
              <a:buNone/>
            </a:pPr>
            <a:r>
              <a:t/>
            </a:r>
            <a:endParaRPr b="1">
              <a:solidFill>
                <a:schemeClr val="lt1"/>
              </a:solidFill>
              <a:latin typeface="Roboto Condensed"/>
              <a:ea typeface="Roboto Condensed"/>
              <a:cs typeface="Roboto Condensed"/>
              <a:sym typeface="Roboto Condensed"/>
            </a:endParaRPr>
          </a:p>
          <a:p>
            <a:pPr indent="-317500" lvl="0" marL="457200" rtl="0" algn="l">
              <a:spcBef>
                <a:spcPts val="0"/>
              </a:spcBef>
              <a:spcAft>
                <a:spcPts val="0"/>
              </a:spcAft>
              <a:buClr>
                <a:schemeClr val="lt1"/>
              </a:buClr>
              <a:buSzPts val="1400"/>
              <a:buFont typeface="Roboto Condensed"/>
              <a:buChar char="-"/>
            </a:pPr>
            <a:r>
              <a:rPr b="1" lang="en-GB">
                <a:solidFill>
                  <a:schemeClr val="lt1"/>
                </a:solidFill>
                <a:latin typeface="Roboto Condensed"/>
                <a:ea typeface="Roboto Condensed"/>
                <a:cs typeface="Roboto Condensed"/>
                <a:sym typeface="Roboto Condensed"/>
              </a:rPr>
              <a:t>Decide to do something within our abilities, as to avoid spending </a:t>
            </a:r>
            <a:r>
              <a:rPr b="1" lang="en-GB">
                <a:solidFill>
                  <a:schemeClr val="lt1"/>
                </a:solidFill>
                <a:latin typeface="Roboto Condensed"/>
                <a:ea typeface="Roboto Condensed"/>
                <a:cs typeface="Roboto Condensed"/>
                <a:sym typeface="Roboto Condensed"/>
              </a:rPr>
              <a:t>unnecessary</a:t>
            </a:r>
            <a:r>
              <a:rPr b="1" lang="en-GB">
                <a:solidFill>
                  <a:schemeClr val="lt1"/>
                </a:solidFill>
                <a:latin typeface="Roboto Condensed"/>
                <a:ea typeface="Roboto Condensed"/>
                <a:cs typeface="Roboto Condensed"/>
                <a:sym typeface="Roboto Condensed"/>
              </a:rPr>
              <a:t> time learn how to do the </a:t>
            </a:r>
            <a:r>
              <a:rPr b="1" lang="en-GB">
                <a:solidFill>
                  <a:schemeClr val="lt1"/>
                </a:solidFill>
                <a:latin typeface="Roboto Condensed"/>
                <a:ea typeface="Roboto Condensed"/>
                <a:cs typeface="Roboto Condensed"/>
                <a:sym typeface="Roboto Condensed"/>
              </a:rPr>
              <a:t>task</a:t>
            </a:r>
            <a:r>
              <a:rPr b="1" lang="en-GB">
                <a:solidFill>
                  <a:schemeClr val="lt1"/>
                </a:solidFill>
                <a:latin typeface="Roboto Condensed"/>
                <a:ea typeface="Roboto Condensed"/>
                <a:cs typeface="Roboto Condensed"/>
                <a:sym typeface="Roboto Condensed"/>
              </a:rPr>
              <a:t> we set for </a:t>
            </a:r>
            <a:r>
              <a:rPr b="1" lang="en-GB">
                <a:solidFill>
                  <a:schemeClr val="lt1"/>
                </a:solidFill>
                <a:latin typeface="Roboto Condensed"/>
                <a:ea typeface="Roboto Condensed"/>
                <a:cs typeface="Roboto Condensed"/>
                <a:sym typeface="Roboto Condensed"/>
              </a:rPr>
              <a:t>ourselves</a:t>
            </a:r>
            <a:r>
              <a:rPr b="1" lang="en-GB">
                <a:solidFill>
                  <a:schemeClr val="lt1"/>
                </a:solidFill>
                <a:latin typeface="Roboto Condensed"/>
                <a:ea typeface="Roboto Condensed"/>
                <a:cs typeface="Roboto Condensed"/>
                <a:sym typeface="Roboto Condensed"/>
              </a:rPr>
              <a:t>.</a:t>
            </a:r>
            <a:endParaRPr b="1">
              <a:solidFill>
                <a:schemeClr val="lt1"/>
              </a:solidFill>
              <a:latin typeface="Roboto Condensed"/>
              <a:ea typeface="Roboto Condensed"/>
              <a:cs typeface="Roboto Condensed"/>
              <a:sym typeface="Roboto Condensed"/>
            </a:endParaRPr>
          </a:p>
          <a:p>
            <a:pPr indent="0" lvl="0" marL="914400" rtl="0" algn="l">
              <a:spcBef>
                <a:spcPts val="0"/>
              </a:spcBef>
              <a:spcAft>
                <a:spcPts val="0"/>
              </a:spcAft>
              <a:buNone/>
            </a:pPr>
            <a:r>
              <a:t/>
            </a:r>
            <a:endParaRPr b="1">
              <a:solidFill>
                <a:schemeClr val="lt1"/>
              </a:solidFill>
              <a:latin typeface="Roboto Condensed"/>
              <a:ea typeface="Roboto Condensed"/>
              <a:cs typeface="Roboto Condensed"/>
              <a:sym typeface="Roboto Condensed"/>
            </a:endParaRPr>
          </a:p>
          <a:p>
            <a:pPr indent="-317500" lvl="0" marL="457200" rtl="0" algn="l">
              <a:spcBef>
                <a:spcPts val="0"/>
              </a:spcBef>
              <a:spcAft>
                <a:spcPts val="0"/>
              </a:spcAft>
              <a:buClr>
                <a:schemeClr val="lt1"/>
              </a:buClr>
              <a:buSzPts val="1400"/>
              <a:buFont typeface="Roboto Condensed"/>
              <a:buChar char="-"/>
            </a:pPr>
            <a:r>
              <a:rPr b="1" lang="en-GB">
                <a:solidFill>
                  <a:schemeClr val="lt1"/>
                </a:solidFill>
                <a:latin typeface="Roboto Condensed"/>
                <a:ea typeface="Roboto Condensed"/>
                <a:cs typeface="Roboto Condensed"/>
                <a:sym typeface="Roboto Condensed"/>
              </a:rPr>
              <a:t> Set a less </a:t>
            </a:r>
            <a:r>
              <a:rPr b="1" lang="en-GB">
                <a:solidFill>
                  <a:schemeClr val="lt1"/>
                </a:solidFill>
                <a:latin typeface="Roboto Condensed"/>
                <a:ea typeface="Roboto Condensed"/>
                <a:cs typeface="Roboto Condensed"/>
                <a:sym typeface="Roboto Condensed"/>
              </a:rPr>
              <a:t>vague</a:t>
            </a:r>
            <a:r>
              <a:rPr b="1" lang="en-GB">
                <a:solidFill>
                  <a:schemeClr val="lt1"/>
                </a:solidFill>
                <a:latin typeface="Roboto Condensed"/>
                <a:ea typeface="Roboto Condensed"/>
                <a:cs typeface="Roboto Condensed"/>
                <a:sym typeface="Roboto Condensed"/>
              </a:rPr>
              <a:t> time frame for </a:t>
            </a:r>
            <a:r>
              <a:rPr b="1" lang="en-GB">
                <a:solidFill>
                  <a:schemeClr val="lt1"/>
                </a:solidFill>
                <a:latin typeface="Roboto Condensed"/>
                <a:ea typeface="Roboto Condensed"/>
                <a:cs typeface="Roboto Condensed"/>
                <a:sym typeface="Roboto Condensed"/>
              </a:rPr>
              <a:t>ourselves. Meaning make it so specific tasks are done by a specific date, rather than leave it to be done within a general timeframe. </a:t>
            </a:r>
            <a:endParaRPr b="1">
              <a:solidFill>
                <a:schemeClr val="lt1"/>
              </a:solidFill>
              <a:latin typeface="Roboto Condensed"/>
              <a:ea typeface="Roboto Condensed"/>
              <a:cs typeface="Roboto Condensed"/>
              <a:sym typeface="Roboto Condensed"/>
            </a:endParaRPr>
          </a:p>
          <a:p>
            <a:pPr indent="0" lvl="0" marL="914400" rtl="0" algn="l">
              <a:spcBef>
                <a:spcPts val="0"/>
              </a:spcBef>
              <a:spcAft>
                <a:spcPts val="0"/>
              </a:spcAft>
              <a:buNone/>
            </a:pPr>
            <a:r>
              <a:rPr b="1" lang="en-GB">
                <a:solidFill>
                  <a:schemeClr val="lt1"/>
                </a:solidFill>
                <a:latin typeface="Roboto Condensed"/>
                <a:ea typeface="Roboto Condensed"/>
                <a:cs typeface="Roboto Condensed"/>
                <a:sym typeface="Roboto Condensed"/>
              </a:rPr>
              <a:t> </a:t>
            </a:r>
            <a:endParaRPr b="1">
              <a:solidFill>
                <a:schemeClr val="lt1"/>
              </a:solidFill>
              <a:latin typeface="Roboto Condensed"/>
              <a:ea typeface="Roboto Condensed"/>
              <a:cs typeface="Roboto Condensed"/>
              <a:sym typeface="Roboto Condensed"/>
            </a:endParaRPr>
          </a:p>
          <a:p>
            <a:pPr indent="-317500" lvl="0" marL="457200" rtl="0" algn="l">
              <a:spcBef>
                <a:spcPts val="0"/>
              </a:spcBef>
              <a:spcAft>
                <a:spcPts val="0"/>
              </a:spcAft>
              <a:buClr>
                <a:schemeClr val="lt1"/>
              </a:buClr>
              <a:buSzPts val="1400"/>
              <a:buFont typeface="Roboto Condensed"/>
              <a:buChar char="-"/>
            </a:pPr>
            <a:r>
              <a:rPr b="1" lang="en-GB">
                <a:solidFill>
                  <a:schemeClr val="lt1"/>
                </a:solidFill>
                <a:latin typeface="Roboto Condensed"/>
                <a:ea typeface="Roboto Condensed"/>
                <a:cs typeface="Roboto Condensed"/>
                <a:sym typeface="Roboto Condensed"/>
              </a:rPr>
              <a:t>Communicate a little more. </a:t>
            </a:r>
            <a:endParaRPr b="1">
              <a:solidFill>
                <a:schemeClr val="lt1"/>
              </a:solidFill>
              <a:latin typeface="Roboto Condensed"/>
              <a:ea typeface="Roboto Condensed"/>
              <a:cs typeface="Roboto Condensed"/>
              <a:sym typeface="Roboto Condensed"/>
            </a:endParaRPr>
          </a:p>
        </p:txBody>
      </p:sp>
      <p:sp>
        <p:nvSpPr>
          <p:cNvPr id="783" name="Google Shape;783;p89"/>
          <p:cNvSpPr txBox="1"/>
          <p:nvPr/>
        </p:nvSpPr>
        <p:spPr>
          <a:xfrm>
            <a:off x="7720475" y="523750"/>
            <a:ext cx="143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1"/>
                </a:solidFill>
                <a:latin typeface="Roboto Condensed Light"/>
                <a:ea typeface="Roboto Condensed Light"/>
                <a:cs typeface="Roboto Condensed Light"/>
                <a:sym typeface="Roboto Condensed Light"/>
              </a:rPr>
              <a:t>Aden</a:t>
            </a:r>
            <a:endParaRPr sz="1800">
              <a:solidFill>
                <a:schemeClr val="lt1"/>
              </a:solidFill>
              <a:latin typeface="Roboto Condensed Light"/>
              <a:ea typeface="Roboto Condensed Light"/>
              <a:cs typeface="Roboto Condensed Light"/>
              <a:sym typeface="Roboto Condensed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90"/>
          <p:cNvSpPr txBox="1"/>
          <p:nvPr/>
        </p:nvSpPr>
        <p:spPr>
          <a:xfrm>
            <a:off x="1930950" y="2233200"/>
            <a:ext cx="5282100" cy="677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lang="en-GB" sz="3200" u="sng">
                <a:solidFill>
                  <a:schemeClr val="lt1"/>
                </a:solidFill>
                <a:latin typeface="Squada One"/>
                <a:ea typeface="Squada One"/>
                <a:cs typeface="Squada One"/>
                <a:sym typeface="Squada One"/>
              </a:rPr>
              <a:t>Thank you for listening. </a:t>
            </a:r>
            <a:endParaRPr sz="3200">
              <a:solidFill>
                <a:schemeClr val="lt1"/>
              </a:solidFill>
              <a:latin typeface="Squada One"/>
              <a:ea typeface="Squada One"/>
              <a:cs typeface="Squada One"/>
              <a:sym typeface="Squada One"/>
            </a:endParaRPr>
          </a:p>
        </p:txBody>
      </p:sp>
      <p:sp>
        <p:nvSpPr>
          <p:cNvPr id="789" name="Google Shape;789;p90"/>
          <p:cNvSpPr/>
          <p:nvPr/>
        </p:nvSpPr>
        <p:spPr>
          <a:xfrm>
            <a:off x="1536000" y="1059000"/>
            <a:ext cx="6072000" cy="3025500"/>
          </a:xfrm>
          <a:prstGeom prst="roundRect">
            <a:avLst>
              <a:gd fmla="val 16667" name="adj"/>
            </a:avLst>
          </a:prstGeom>
          <a:gradFill>
            <a:gsLst>
              <a:gs pos="0">
                <a:srgbClr val="5E508F"/>
              </a:gs>
              <a:gs pos="100000">
                <a:srgbClr val="292438"/>
              </a:gs>
            </a:gsLst>
            <a:path path="circle">
              <a:fillToRect b="50%" l="50%" r="50%" t="50%"/>
            </a:path>
            <a:tileRect/>
          </a:gra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Condensed Light"/>
              <a:ea typeface="Roboto Condensed Light"/>
              <a:cs typeface="Roboto Condensed Light"/>
              <a:sym typeface="Roboto Condensed Light"/>
            </a:endParaRPr>
          </a:p>
        </p:txBody>
      </p:sp>
      <p:sp>
        <p:nvSpPr>
          <p:cNvPr id="790" name="Google Shape;790;p90"/>
          <p:cNvSpPr txBox="1"/>
          <p:nvPr/>
        </p:nvSpPr>
        <p:spPr>
          <a:xfrm>
            <a:off x="2689200" y="1166775"/>
            <a:ext cx="3765600" cy="677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lang="en-GB" sz="3200" u="sng">
                <a:solidFill>
                  <a:schemeClr val="lt1"/>
                </a:solidFill>
                <a:latin typeface="Squada One"/>
                <a:ea typeface="Squada One"/>
                <a:cs typeface="Squada One"/>
                <a:sym typeface="Squada One"/>
              </a:rPr>
              <a:t>Thank you for listening. </a:t>
            </a:r>
            <a:endParaRPr sz="3200">
              <a:solidFill>
                <a:schemeClr val="lt1"/>
              </a:solidFill>
              <a:latin typeface="Squada One"/>
              <a:ea typeface="Squada One"/>
              <a:cs typeface="Squada One"/>
              <a:sym typeface="Squada One"/>
            </a:endParaRPr>
          </a:p>
        </p:txBody>
      </p:sp>
      <p:pic>
        <p:nvPicPr>
          <p:cNvPr id="791" name="Google Shape;791;p90"/>
          <p:cNvPicPr preferRelativeResize="0"/>
          <p:nvPr/>
        </p:nvPicPr>
        <p:blipFill>
          <a:blip r:embed="rId3">
            <a:alphaModFix/>
          </a:blip>
          <a:stretch>
            <a:fillRect/>
          </a:stretch>
        </p:blipFill>
        <p:spPr>
          <a:xfrm>
            <a:off x="3600488" y="1958613"/>
            <a:ext cx="1943025" cy="1943025"/>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Tech Startup XL by Slidesgo">
  <a:themeElements>
    <a:clrScheme name="Simple Light">
      <a:dk1>
        <a:srgbClr val="000000"/>
      </a:dk1>
      <a:lt1>
        <a:srgbClr val="FFFFFF"/>
      </a:lt1>
      <a:dk2>
        <a:srgbClr val="595959"/>
      </a:dk2>
      <a:lt2>
        <a:srgbClr val="EEEEEE"/>
      </a:lt2>
      <a:accent1>
        <a:srgbClr val="88D3CE"/>
      </a:accent1>
      <a:accent2>
        <a:srgbClr val="423864"/>
      </a:accent2>
      <a:accent3>
        <a:srgbClr val="78909C"/>
      </a:accent3>
      <a:accent4>
        <a:srgbClr val="88D3CE"/>
      </a:accent4>
      <a:accent5>
        <a:srgbClr val="0097A7"/>
      </a:accent5>
      <a:accent6>
        <a:srgbClr val="423864"/>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